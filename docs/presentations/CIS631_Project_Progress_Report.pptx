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12"/>
  </p:notesMasterIdLst>
  <p:sldIdLst>
    <p:sldId id="267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EE2E16-F5E2-44AC-BEE6-3641F037F2E0}" v="163" dt="2026-09-20T21:19:12.3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6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766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ndonca, Manav" userId="197372c1-700c-4eb3-8d40-dfced5489c07" providerId="ADAL" clId="{3273D19C-37D4-4DA3-BDDF-E33084292D6E}"/>
    <pc:docChg chg="undo redo custSel addSld delSld modSld sldOrd modMainMaster">
      <pc:chgData name="Mendonca, Manav" userId="197372c1-700c-4eb3-8d40-dfced5489c07" providerId="ADAL" clId="{3273D19C-37D4-4DA3-BDDF-E33084292D6E}" dt="2026-09-20T21:19:16.211" v="1439" actId="20577"/>
      <pc:docMkLst>
        <pc:docMk/>
      </pc:docMkLst>
      <pc:sldChg chg="addSp delSp modSp del mod modNotesTx">
        <pc:chgData name="Mendonca, Manav" userId="197372c1-700c-4eb3-8d40-dfced5489c07" providerId="ADAL" clId="{3273D19C-37D4-4DA3-BDDF-E33084292D6E}" dt="2026-09-20T20:33:22.238" v="152" actId="47"/>
        <pc:sldMkLst>
          <pc:docMk/>
          <pc:sldMk cId="1940755296" sldId="256"/>
        </pc:sldMkLst>
        <pc:spChg chg="mod">
          <ac:chgData name="Mendonca, Manav" userId="197372c1-700c-4eb3-8d40-dfced5489c07" providerId="ADAL" clId="{3273D19C-37D4-4DA3-BDDF-E33084292D6E}" dt="2026-09-20T20:28:40.049" v="4" actId="20577"/>
          <ac:spMkLst>
            <pc:docMk/>
            <pc:sldMk cId="1940755296" sldId="256"/>
            <ac:spMk id="2" creationId="{99814552-0C97-40DC-AD0D-78C585716289}"/>
          </ac:spMkLst>
        </pc:spChg>
        <pc:spChg chg="mod">
          <ac:chgData name="Mendonca, Manav" userId="197372c1-700c-4eb3-8d40-dfced5489c07" providerId="ADAL" clId="{3273D19C-37D4-4DA3-BDDF-E33084292D6E}" dt="2026-09-20T20:28:50.737" v="34" actId="20577"/>
          <ac:spMkLst>
            <pc:docMk/>
            <pc:sldMk cId="1940755296" sldId="256"/>
            <ac:spMk id="6" creationId="{3178FCC9-0DDA-417B-B480-357F7112C62F}"/>
          </ac:spMkLst>
        </pc:spChg>
        <pc:spChg chg="add del">
          <ac:chgData name="Mendonca, Manav" userId="197372c1-700c-4eb3-8d40-dfced5489c07" providerId="ADAL" clId="{3273D19C-37D4-4DA3-BDDF-E33084292D6E}" dt="2026-09-20T20:29:00.549" v="37" actId="478"/>
          <ac:spMkLst>
            <pc:docMk/>
            <pc:sldMk cId="1940755296" sldId="256"/>
            <ac:spMk id="7" creationId="{E3EA9F85-B0E5-44FB-B371-56E5E45555AE}"/>
          </ac:spMkLst>
        </pc:spChg>
        <pc:spChg chg="del">
          <ac:chgData name="Mendonca, Manav" userId="197372c1-700c-4eb3-8d40-dfced5489c07" providerId="ADAL" clId="{3273D19C-37D4-4DA3-BDDF-E33084292D6E}" dt="2026-09-20T20:29:05.610" v="38" actId="478"/>
          <ac:spMkLst>
            <pc:docMk/>
            <pc:sldMk cId="1940755296" sldId="256"/>
            <ac:spMk id="8" creationId="{B49CD21B-D8BE-43E1-8DE8-CD9B47D782DD}"/>
          </ac:spMkLst>
        </pc:spChg>
        <pc:spChg chg="add del">
          <ac:chgData name="Mendonca, Manav" userId="197372c1-700c-4eb3-8d40-dfced5489c07" providerId="ADAL" clId="{3273D19C-37D4-4DA3-BDDF-E33084292D6E}" dt="2026-09-20T20:29:00.549" v="37" actId="478"/>
          <ac:spMkLst>
            <pc:docMk/>
            <pc:sldMk cId="1940755296" sldId="256"/>
            <ac:spMk id="9" creationId="{5EFB3E2A-B5A9-4A43-9BBE-75CAEB472852}"/>
          </ac:spMkLst>
        </pc:spChg>
        <pc:spChg chg="del">
          <ac:chgData name="Mendonca, Manav" userId="197372c1-700c-4eb3-8d40-dfced5489c07" providerId="ADAL" clId="{3273D19C-37D4-4DA3-BDDF-E33084292D6E}" dt="2026-09-20T20:29:05.610" v="38" actId="478"/>
          <ac:spMkLst>
            <pc:docMk/>
            <pc:sldMk cId="1940755296" sldId="256"/>
            <ac:spMk id="10" creationId="{F2E980CE-6CBF-4AE8-9955-F1018684E286}"/>
          </ac:spMkLst>
        </pc:spChg>
        <pc:spChg chg="add del">
          <ac:chgData name="Mendonca, Manav" userId="197372c1-700c-4eb3-8d40-dfced5489c07" providerId="ADAL" clId="{3273D19C-37D4-4DA3-BDDF-E33084292D6E}" dt="2026-09-20T20:29:00.549" v="37" actId="478"/>
          <ac:spMkLst>
            <pc:docMk/>
            <pc:sldMk cId="1940755296" sldId="256"/>
            <ac:spMk id="11" creationId="{B8C6CCA8-0A69-4167-9114-3E1DC1D96B67}"/>
          </ac:spMkLst>
        </pc:spChg>
        <pc:spChg chg="del">
          <ac:chgData name="Mendonca, Manav" userId="197372c1-700c-4eb3-8d40-dfced5489c07" providerId="ADAL" clId="{3273D19C-37D4-4DA3-BDDF-E33084292D6E}" dt="2026-09-20T20:29:05.610" v="38" actId="478"/>
          <ac:spMkLst>
            <pc:docMk/>
            <pc:sldMk cId="1940755296" sldId="256"/>
            <ac:spMk id="12" creationId="{50FF7A0E-DA06-454A-A10A-D566A80098B4}"/>
          </ac:spMkLst>
        </pc:spChg>
      </pc:sldChg>
      <pc:sldChg chg="del setBg">
        <pc:chgData name="Mendonca, Manav" userId="197372c1-700c-4eb3-8d40-dfced5489c07" providerId="ADAL" clId="{3273D19C-37D4-4DA3-BDDF-E33084292D6E}" dt="2026-09-20T20:43:28.273" v="409" actId="47"/>
        <pc:sldMkLst>
          <pc:docMk/>
          <pc:sldMk cId="870010154" sldId="257"/>
        </pc:sldMkLst>
      </pc:sldChg>
      <pc:sldChg chg="del setBg">
        <pc:chgData name="Mendonca, Manav" userId="197372c1-700c-4eb3-8d40-dfced5489c07" providerId="ADAL" clId="{3273D19C-37D4-4DA3-BDDF-E33084292D6E}" dt="2026-09-20T20:47:08.711" v="569" actId="47"/>
        <pc:sldMkLst>
          <pc:docMk/>
          <pc:sldMk cId="784440541" sldId="258"/>
        </pc:sldMkLst>
      </pc:sldChg>
      <pc:sldChg chg="del setBg">
        <pc:chgData name="Mendonca, Manav" userId="197372c1-700c-4eb3-8d40-dfced5489c07" providerId="ADAL" clId="{3273D19C-37D4-4DA3-BDDF-E33084292D6E}" dt="2026-09-20T20:53:52.142" v="830" actId="47"/>
        <pc:sldMkLst>
          <pc:docMk/>
          <pc:sldMk cId="1443801493" sldId="259"/>
        </pc:sldMkLst>
      </pc:sldChg>
      <pc:sldChg chg="del setBg">
        <pc:chgData name="Mendonca, Manav" userId="197372c1-700c-4eb3-8d40-dfced5489c07" providerId="ADAL" clId="{3273D19C-37D4-4DA3-BDDF-E33084292D6E}" dt="2026-09-20T20:59:30.910" v="869" actId="47"/>
        <pc:sldMkLst>
          <pc:docMk/>
          <pc:sldMk cId="1981089308" sldId="260"/>
        </pc:sldMkLst>
      </pc:sldChg>
      <pc:sldChg chg="del setBg">
        <pc:chgData name="Mendonca, Manav" userId="197372c1-700c-4eb3-8d40-dfced5489c07" providerId="ADAL" clId="{3273D19C-37D4-4DA3-BDDF-E33084292D6E}" dt="2026-09-20T21:03:42.867" v="937" actId="47"/>
        <pc:sldMkLst>
          <pc:docMk/>
          <pc:sldMk cId="353034345" sldId="261"/>
        </pc:sldMkLst>
      </pc:sldChg>
      <pc:sldChg chg="del setBg">
        <pc:chgData name="Mendonca, Manav" userId="197372c1-700c-4eb3-8d40-dfced5489c07" providerId="ADAL" clId="{3273D19C-37D4-4DA3-BDDF-E33084292D6E}" dt="2026-09-20T21:08:20.281" v="983" actId="47"/>
        <pc:sldMkLst>
          <pc:docMk/>
          <pc:sldMk cId="1448477801" sldId="262"/>
        </pc:sldMkLst>
      </pc:sldChg>
      <pc:sldChg chg="del setBg">
        <pc:chgData name="Mendonca, Manav" userId="197372c1-700c-4eb3-8d40-dfced5489c07" providerId="ADAL" clId="{3273D19C-37D4-4DA3-BDDF-E33084292D6E}" dt="2026-09-20T21:14:22.495" v="1222" actId="47"/>
        <pc:sldMkLst>
          <pc:docMk/>
          <pc:sldMk cId="62523265" sldId="263"/>
        </pc:sldMkLst>
      </pc:sldChg>
      <pc:sldChg chg="del setBg">
        <pc:chgData name="Mendonca, Manav" userId="197372c1-700c-4eb3-8d40-dfced5489c07" providerId="ADAL" clId="{3273D19C-37D4-4DA3-BDDF-E33084292D6E}" dt="2026-09-20T21:16:55.048" v="1304" actId="2696"/>
        <pc:sldMkLst>
          <pc:docMk/>
          <pc:sldMk cId="1093975849" sldId="264"/>
        </pc:sldMkLst>
      </pc:sldChg>
      <pc:sldChg chg="del setBg">
        <pc:chgData name="Mendonca, Manav" userId="197372c1-700c-4eb3-8d40-dfced5489c07" providerId="ADAL" clId="{3273D19C-37D4-4DA3-BDDF-E33084292D6E}" dt="2026-09-20T21:17:39.061" v="1308" actId="47"/>
        <pc:sldMkLst>
          <pc:docMk/>
          <pc:sldMk cId="659244491" sldId="265"/>
        </pc:sldMkLst>
      </pc:sldChg>
      <pc:sldChg chg="addSp delSp modSp new del mod modClrScheme chgLayout">
        <pc:chgData name="Mendonca, Manav" userId="197372c1-700c-4eb3-8d40-dfced5489c07" providerId="ADAL" clId="{3273D19C-37D4-4DA3-BDDF-E33084292D6E}" dt="2026-09-20T20:33:22.238" v="152" actId="47"/>
        <pc:sldMkLst>
          <pc:docMk/>
          <pc:sldMk cId="1516438440" sldId="266"/>
        </pc:sldMkLst>
        <pc:spChg chg="add mod">
          <ac:chgData name="Mendonca, Manav" userId="197372c1-700c-4eb3-8d40-dfced5489c07" providerId="ADAL" clId="{3273D19C-37D4-4DA3-BDDF-E33084292D6E}" dt="2026-09-20T20:29:55.520" v="43" actId="26606"/>
          <ac:spMkLst>
            <pc:docMk/>
            <pc:sldMk cId="1516438440" sldId="266"/>
            <ac:spMk id="3" creationId="{FFF6AE91-0273-0210-265C-759B50FE6863}"/>
          </ac:spMkLst>
        </pc:spChg>
        <pc:spChg chg="add del mod">
          <ac:chgData name="Mendonca, Manav" userId="197372c1-700c-4eb3-8d40-dfced5489c07" providerId="ADAL" clId="{3273D19C-37D4-4DA3-BDDF-E33084292D6E}" dt="2026-09-20T20:30:13.225" v="44" actId="478"/>
          <ac:spMkLst>
            <pc:docMk/>
            <pc:sldMk cId="1516438440" sldId="266"/>
            <ac:spMk id="5" creationId="{BAE9709A-A5EA-232E-6C02-E9423CCA504E}"/>
          </ac:spMkLst>
        </pc:spChg>
        <pc:spChg chg="add del mod">
          <ac:chgData name="Mendonca, Manav" userId="197372c1-700c-4eb3-8d40-dfced5489c07" providerId="ADAL" clId="{3273D19C-37D4-4DA3-BDDF-E33084292D6E}" dt="2026-09-20T20:29:55.518" v="42" actId="26606"/>
          <ac:spMkLst>
            <pc:docMk/>
            <pc:sldMk cId="1516438440" sldId="266"/>
            <ac:spMk id="10" creationId="{599069B9-16E1-E0D5-62F7-E5C93ADF49C7}"/>
          </ac:spMkLst>
        </pc:spChg>
      </pc:sldChg>
      <pc:sldChg chg="addSp delSp modSp add mod chgLayout">
        <pc:chgData name="Mendonca, Manav" userId="197372c1-700c-4eb3-8d40-dfced5489c07" providerId="ADAL" clId="{3273D19C-37D4-4DA3-BDDF-E33084292D6E}" dt="2026-09-20T20:43:18.896" v="408" actId="207"/>
        <pc:sldMkLst>
          <pc:docMk/>
          <pc:sldMk cId="2891449185" sldId="267"/>
        </pc:sldMkLst>
        <pc:spChg chg="mod">
          <ac:chgData name="Mendonca, Manav" userId="197372c1-700c-4eb3-8d40-dfced5489c07" providerId="ADAL" clId="{3273D19C-37D4-4DA3-BDDF-E33084292D6E}" dt="2026-09-20T20:43:18.896" v="408" actId="207"/>
          <ac:spMkLst>
            <pc:docMk/>
            <pc:sldMk cId="2891449185" sldId="267"/>
            <ac:spMk id="3" creationId="{41049F4A-56BE-203A-E179-E4D092088FCF}"/>
          </ac:spMkLst>
        </pc:spChg>
        <pc:spChg chg="add mod">
          <ac:chgData name="Mendonca, Manav" userId="197372c1-700c-4eb3-8d40-dfced5489c07" providerId="ADAL" clId="{3273D19C-37D4-4DA3-BDDF-E33084292D6E}" dt="2026-09-20T20:31:19.703" v="88" actId="207"/>
          <ac:spMkLst>
            <pc:docMk/>
            <pc:sldMk cId="2891449185" sldId="267"/>
            <ac:spMk id="4" creationId="{854AA7AC-1B75-BEFE-659A-1AB3B2B19718}"/>
          </ac:spMkLst>
        </pc:spChg>
        <pc:spChg chg="add mod">
          <ac:chgData name="Mendonca, Manav" userId="197372c1-700c-4eb3-8d40-dfced5489c07" providerId="ADAL" clId="{3273D19C-37D4-4DA3-BDDF-E33084292D6E}" dt="2026-09-20T20:31:22.672" v="89" actId="108"/>
          <ac:spMkLst>
            <pc:docMk/>
            <pc:sldMk cId="2891449185" sldId="267"/>
            <ac:spMk id="8" creationId="{DF2DC314-B2CB-BA4D-1B9C-904D891B81B0}"/>
          </ac:spMkLst>
        </pc:spChg>
        <pc:spChg chg="add del mod">
          <ac:chgData name="Mendonca, Manav" userId="197372c1-700c-4eb3-8d40-dfced5489c07" providerId="ADAL" clId="{3273D19C-37D4-4DA3-BDDF-E33084292D6E}" dt="2026-09-20T20:31:57.536" v="90" actId="22"/>
          <ac:spMkLst>
            <pc:docMk/>
            <pc:sldMk cId="2891449185" sldId="267"/>
            <ac:spMk id="10" creationId="{4344F390-825C-6D42-A572-0C5E2B67D192}"/>
          </ac:spMkLst>
        </pc:spChg>
        <pc:picChg chg="add mod ord">
          <ac:chgData name="Mendonca, Manav" userId="197372c1-700c-4eb3-8d40-dfced5489c07" providerId="ADAL" clId="{3273D19C-37D4-4DA3-BDDF-E33084292D6E}" dt="2026-09-20T20:31:57.536" v="90" actId="22"/>
          <ac:picMkLst>
            <pc:docMk/>
            <pc:sldMk cId="2891449185" sldId="267"/>
            <ac:picMk id="6" creationId="{71492B12-0637-06E1-5BF1-4F4C26D05EE2}"/>
          </ac:picMkLst>
        </pc:picChg>
      </pc:sldChg>
      <pc:sldChg chg="addSp delSp modSp new mod modClrScheme chgLayout">
        <pc:chgData name="Mendonca, Manav" userId="197372c1-700c-4eb3-8d40-dfced5489c07" providerId="ADAL" clId="{3273D19C-37D4-4DA3-BDDF-E33084292D6E}" dt="2026-09-20T20:43:13.853" v="407" actId="207"/>
        <pc:sldMkLst>
          <pc:docMk/>
          <pc:sldMk cId="1400669574" sldId="268"/>
        </pc:sldMkLst>
        <pc:spChg chg="mod">
          <ac:chgData name="Mendonca, Manav" userId="197372c1-700c-4eb3-8d40-dfced5489c07" providerId="ADAL" clId="{3273D19C-37D4-4DA3-BDDF-E33084292D6E}" dt="2026-09-20T20:43:13.853" v="407" actId="207"/>
          <ac:spMkLst>
            <pc:docMk/>
            <pc:sldMk cId="1400669574" sldId="268"/>
            <ac:spMk id="2" creationId="{539926E0-ECED-A275-03F8-1F100D2C59EA}"/>
          </ac:spMkLst>
        </pc:spChg>
        <pc:spChg chg="del mod">
          <ac:chgData name="Mendonca, Manav" userId="197372c1-700c-4eb3-8d40-dfced5489c07" providerId="ADAL" clId="{3273D19C-37D4-4DA3-BDDF-E33084292D6E}" dt="2026-09-20T20:39:28.112" v="288" actId="478"/>
          <ac:spMkLst>
            <pc:docMk/>
            <pc:sldMk cId="1400669574" sldId="268"/>
            <ac:spMk id="3" creationId="{BE4CBFCE-FB10-55EE-6AA1-489494548ACC}"/>
          </ac:spMkLst>
        </pc:spChg>
        <pc:spChg chg="add del mod">
          <ac:chgData name="Mendonca, Manav" userId="197372c1-700c-4eb3-8d40-dfced5489c07" providerId="ADAL" clId="{3273D19C-37D4-4DA3-BDDF-E33084292D6E}" dt="2026-09-20T20:36:13.256" v="233" actId="478"/>
          <ac:spMkLst>
            <pc:docMk/>
            <pc:sldMk cId="1400669574" sldId="268"/>
            <ac:spMk id="4" creationId="{BD113D42-D4C0-18D0-5541-D28D9832C07F}"/>
          </ac:spMkLst>
        </pc:spChg>
        <pc:spChg chg="add del mod">
          <ac:chgData name="Mendonca, Manav" userId="197372c1-700c-4eb3-8d40-dfced5489c07" providerId="ADAL" clId="{3273D19C-37D4-4DA3-BDDF-E33084292D6E}" dt="2026-09-20T20:39:41.859" v="294" actId="478"/>
          <ac:spMkLst>
            <pc:docMk/>
            <pc:sldMk cId="1400669574" sldId="268"/>
            <ac:spMk id="7" creationId="{078AB51A-A3C8-8391-3E98-68FC0799C2FA}"/>
          </ac:spMkLst>
        </pc:spChg>
        <pc:spChg chg="add del mod">
          <ac:chgData name="Mendonca, Manav" userId="197372c1-700c-4eb3-8d40-dfced5489c07" providerId="ADAL" clId="{3273D19C-37D4-4DA3-BDDF-E33084292D6E}" dt="2026-09-20T20:35:10.685" v="192" actId="26606"/>
          <ac:spMkLst>
            <pc:docMk/>
            <pc:sldMk cId="1400669574" sldId="268"/>
            <ac:spMk id="10" creationId="{5D644804-7246-F7C9-88FF-560064D2D219}"/>
          </ac:spMkLst>
        </pc:spChg>
        <pc:spChg chg="add del mod">
          <ac:chgData name="Mendonca, Manav" userId="197372c1-700c-4eb3-8d40-dfced5489c07" providerId="ADAL" clId="{3273D19C-37D4-4DA3-BDDF-E33084292D6E}" dt="2026-09-20T20:35:10.685" v="192" actId="26606"/>
          <ac:spMkLst>
            <pc:docMk/>
            <pc:sldMk cId="1400669574" sldId="268"/>
            <ac:spMk id="12" creationId="{054B12F8-CEF6-B98E-73B0-7874B60A7CD6}"/>
          </ac:spMkLst>
        </pc:spChg>
        <pc:graphicFrameChg chg="add mod modGraphic">
          <ac:chgData name="Mendonca, Manav" userId="197372c1-700c-4eb3-8d40-dfced5489c07" providerId="ADAL" clId="{3273D19C-37D4-4DA3-BDDF-E33084292D6E}" dt="2026-09-20T20:41:11.793" v="402" actId="1076"/>
          <ac:graphicFrameMkLst>
            <pc:docMk/>
            <pc:sldMk cId="1400669574" sldId="268"/>
            <ac:graphicFrameMk id="8" creationId="{164C76BE-A58C-7128-B9A5-53BAA4E5608D}"/>
          </ac:graphicFrameMkLst>
        </pc:graphicFrameChg>
        <pc:picChg chg="add mod ord">
          <ac:chgData name="Mendonca, Manav" userId="197372c1-700c-4eb3-8d40-dfced5489c07" providerId="ADAL" clId="{3273D19C-37D4-4DA3-BDDF-E33084292D6E}" dt="2026-09-20T20:42:21.937" v="403" actId="14826"/>
          <ac:picMkLst>
            <pc:docMk/>
            <pc:sldMk cId="1400669574" sldId="268"/>
            <ac:picMk id="5" creationId="{D1AAA4DB-6BA3-064F-CC7D-7538ACBE73EA}"/>
          </ac:picMkLst>
        </pc:picChg>
      </pc:sldChg>
      <pc:sldChg chg="new del">
        <pc:chgData name="Mendonca, Manav" userId="197372c1-700c-4eb3-8d40-dfced5489c07" providerId="ADAL" clId="{3273D19C-37D4-4DA3-BDDF-E33084292D6E}" dt="2026-09-20T20:42:28.351" v="404" actId="47"/>
        <pc:sldMkLst>
          <pc:docMk/>
          <pc:sldMk cId="2088228315" sldId="269"/>
        </pc:sldMkLst>
      </pc:sldChg>
      <pc:sldChg chg="addSp delSp modSp new mod">
        <pc:chgData name="Mendonca, Manav" userId="197372c1-700c-4eb3-8d40-dfced5489c07" providerId="ADAL" clId="{3273D19C-37D4-4DA3-BDDF-E33084292D6E}" dt="2026-09-20T20:47:00.819" v="568" actId="12100"/>
        <pc:sldMkLst>
          <pc:docMk/>
          <pc:sldMk cId="2784592451" sldId="269"/>
        </pc:sldMkLst>
        <pc:spChg chg="mod">
          <ac:chgData name="Mendonca, Manav" userId="197372c1-700c-4eb3-8d40-dfced5489c07" providerId="ADAL" clId="{3273D19C-37D4-4DA3-BDDF-E33084292D6E}" dt="2026-09-20T20:43:57.439" v="429" actId="207"/>
          <ac:spMkLst>
            <pc:docMk/>
            <pc:sldMk cId="2784592451" sldId="269"/>
            <ac:spMk id="2" creationId="{59D963C1-BDA4-16B9-D459-E6BA0641522F}"/>
          </ac:spMkLst>
        </pc:spChg>
        <pc:spChg chg="del">
          <ac:chgData name="Mendonca, Manav" userId="197372c1-700c-4eb3-8d40-dfced5489c07" providerId="ADAL" clId="{3273D19C-37D4-4DA3-BDDF-E33084292D6E}" dt="2026-09-20T20:44:19.562" v="430" actId="478"/>
          <ac:spMkLst>
            <pc:docMk/>
            <pc:sldMk cId="2784592451" sldId="269"/>
            <ac:spMk id="3" creationId="{A5E12F69-BEA2-9D0F-F8ED-CA54DC1210FF}"/>
          </ac:spMkLst>
        </pc:spChg>
        <pc:graphicFrameChg chg="add mod modGraphic">
          <ac:chgData name="Mendonca, Manav" userId="197372c1-700c-4eb3-8d40-dfced5489c07" providerId="ADAL" clId="{3273D19C-37D4-4DA3-BDDF-E33084292D6E}" dt="2026-09-20T20:47:00.819" v="568" actId="12100"/>
          <ac:graphicFrameMkLst>
            <pc:docMk/>
            <pc:sldMk cId="2784592451" sldId="269"/>
            <ac:graphicFrameMk id="4" creationId="{180DA255-6B89-9907-C99E-F69D1273B46D}"/>
          </ac:graphicFrameMkLst>
        </pc:graphicFrameChg>
      </pc:sldChg>
      <pc:sldChg chg="modSp new del mod">
        <pc:chgData name="Mendonca, Manav" userId="197372c1-700c-4eb3-8d40-dfced5489c07" providerId="ADAL" clId="{3273D19C-37D4-4DA3-BDDF-E33084292D6E}" dt="2026-09-20T20:42:29.273" v="405" actId="47"/>
        <pc:sldMkLst>
          <pc:docMk/>
          <pc:sldMk cId="3485175473" sldId="270"/>
        </pc:sldMkLst>
        <pc:spChg chg="mod">
          <ac:chgData name="Mendonca, Manav" userId="197372c1-700c-4eb3-8d40-dfced5489c07" providerId="ADAL" clId="{3273D19C-37D4-4DA3-BDDF-E33084292D6E}" dt="2026-09-20T20:38:24.170" v="282"/>
          <ac:spMkLst>
            <pc:docMk/>
            <pc:sldMk cId="3485175473" sldId="270"/>
            <ac:spMk id="2" creationId="{BD558426-6E8F-D0CC-6EA0-7C33EDC25CAA}"/>
          </ac:spMkLst>
        </pc:spChg>
        <pc:spChg chg="mod">
          <ac:chgData name="Mendonca, Manav" userId="197372c1-700c-4eb3-8d40-dfced5489c07" providerId="ADAL" clId="{3273D19C-37D4-4DA3-BDDF-E33084292D6E}" dt="2026-09-20T20:38:11.204" v="263" actId="20577"/>
          <ac:spMkLst>
            <pc:docMk/>
            <pc:sldMk cId="3485175473" sldId="270"/>
            <ac:spMk id="3" creationId="{740B5D54-1E78-E48B-C840-7B12BFAFC06C}"/>
          </ac:spMkLst>
        </pc:spChg>
        <pc:spChg chg="mod">
          <ac:chgData name="Mendonca, Manav" userId="197372c1-700c-4eb3-8d40-dfced5489c07" providerId="ADAL" clId="{3273D19C-37D4-4DA3-BDDF-E33084292D6E}" dt="2026-09-20T20:38:33.435" v="285" actId="20577"/>
          <ac:spMkLst>
            <pc:docMk/>
            <pc:sldMk cId="3485175473" sldId="270"/>
            <ac:spMk id="4" creationId="{830794DA-B2DA-2748-901D-147C0C1D0C9C}"/>
          </ac:spMkLst>
        </pc:spChg>
        <pc:spChg chg="mod">
          <ac:chgData name="Mendonca, Manav" userId="197372c1-700c-4eb3-8d40-dfced5489c07" providerId="ADAL" clId="{3273D19C-37D4-4DA3-BDDF-E33084292D6E}" dt="2026-09-20T20:38:17.640" v="281" actId="20577"/>
          <ac:spMkLst>
            <pc:docMk/>
            <pc:sldMk cId="3485175473" sldId="270"/>
            <ac:spMk id="5" creationId="{24281EF9-8AE1-27A0-71AD-30A54AF20B6A}"/>
          </ac:spMkLst>
        </pc:spChg>
        <pc:spChg chg="mod">
          <ac:chgData name="Mendonca, Manav" userId="197372c1-700c-4eb3-8d40-dfced5489c07" providerId="ADAL" clId="{3273D19C-37D4-4DA3-BDDF-E33084292D6E}" dt="2026-09-20T20:38:39.266" v="286"/>
          <ac:spMkLst>
            <pc:docMk/>
            <pc:sldMk cId="3485175473" sldId="270"/>
            <ac:spMk id="6" creationId="{F255B944-4B6F-E8AE-1DBF-6DC0F8F05757}"/>
          </ac:spMkLst>
        </pc:spChg>
      </pc:sldChg>
      <pc:sldChg chg="addSp delSp modSp new mod modClrScheme chgLayout">
        <pc:chgData name="Mendonca, Manav" userId="197372c1-700c-4eb3-8d40-dfced5489c07" providerId="ADAL" clId="{3273D19C-37D4-4DA3-BDDF-E33084292D6E}" dt="2026-09-20T20:53:40.647" v="829"/>
        <pc:sldMkLst>
          <pc:docMk/>
          <pc:sldMk cId="4072545075" sldId="270"/>
        </pc:sldMkLst>
        <pc:spChg chg="mod">
          <ac:chgData name="Mendonca, Manav" userId="197372c1-700c-4eb3-8d40-dfced5489c07" providerId="ADAL" clId="{3273D19C-37D4-4DA3-BDDF-E33084292D6E}" dt="2026-09-20T20:49:56.164" v="686" actId="207"/>
          <ac:spMkLst>
            <pc:docMk/>
            <pc:sldMk cId="4072545075" sldId="270"/>
            <ac:spMk id="2" creationId="{418087AB-9188-7BC8-21AB-073B879FF899}"/>
          </ac:spMkLst>
        </pc:spChg>
        <pc:spChg chg="add del mod">
          <ac:chgData name="Mendonca, Manav" userId="197372c1-700c-4eb3-8d40-dfced5489c07" providerId="ADAL" clId="{3273D19C-37D4-4DA3-BDDF-E33084292D6E}" dt="2026-09-20T20:50:07.061" v="687" actId="478"/>
          <ac:spMkLst>
            <pc:docMk/>
            <pc:sldMk cId="4072545075" sldId="270"/>
            <ac:spMk id="3" creationId="{F7426613-A9DE-FE80-FB2E-BE3C4C232F8F}"/>
          </ac:spMkLst>
        </pc:spChg>
        <pc:spChg chg="add del mod">
          <ac:chgData name="Mendonca, Manav" userId="197372c1-700c-4eb3-8d40-dfced5489c07" providerId="ADAL" clId="{3273D19C-37D4-4DA3-BDDF-E33084292D6E}" dt="2026-09-20T20:49:13.688" v="679" actId="478"/>
          <ac:spMkLst>
            <pc:docMk/>
            <pc:sldMk cId="4072545075" sldId="270"/>
            <ac:spMk id="4" creationId="{814EFB70-B73B-2341-D905-CD19B2370669}"/>
          </ac:spMkLst>
        </pc:spChg>
        <pc:spChg chg="add del mod">
          <ac:chgData name="Mendonca, Manav" userId="197372c1-700c-4eb3-8d40-dfced5489c07" providerId="ADAL" clId="{3273D19C-37D4-4DA3-BDDF-E33084292D6E}" dt="2026-09-20T20:49:15.398" v="681" actId="478"/>
          <ac:spMkLst>
            <pc:docMk/>
            <pc:sldMk cId="4072545075" sldId="270"/>
            <ac:spMk id="5" creationId="{1A8D9F38-5041-E3E7-F066-DA188351D70F}"/>
          </ac:spMkLst>
        </pc:spChg>
        <pc:spChg chg="add del mod">
          <ac:chgData name="Mendonca, Manav" userId="197372c1-700c-4eb3-8d40-dfced5489c07" providerId="ADAL" clId="{3273D19C-37D4-4DA3-BDDF-E33084292D6E}" dt="2026-09-20T20:50:12.077" v="690" actId="478"/>
          <ac:spMkLst>
            <pc:docMk/>
            <pc:sldMk cId="4072545075" sldId="270"/>
            <ac:spMk id="7" creationId="{A7657E25-C14A-730F-D9D8-C43554F43191}"/>
          </ac:spMkLst>
        </pc:spChg>
        <pc:graphicFrameChg chg="add mod modGraphic">
          <ac:chgData name="Mendonca, Manav" userId="197372c1-700c-4eb3-8d40-dfced5489c07" providerId="ADAL" clId="{3273D19C-37D4-4DA3-BDDF-E33084292D6E}" dt="2026-09-20T20:53:40.647" v="829"/>
          <ac:graphicFrameMkLst>
            <pc:docMk/>
            <pc:sldMk cId="4072545075" sldId="270"/>
            <ac:graphicFrameMk id="9" creationId="{0F1A9BF1-61B7-718C-55F3-EB5EF7242FFF}"/>
          </ac:graphicFrameMkLst>
        </pc:graphicFrameChg>
      </pc:sldChg>
      <pc:sldChg chg="addSp delSp modSp add mod ord">
        <pc:chgData name="Mendonca, Manav" userId="197372c1-700c-4eb3-8d40-dfced5489c07" providerId="ADAL" clId="{3273D19C-37D4-4DA3-BDDF-E33084292D6E}" dt="2026-09-20T21:04:50.661" v="948" actId="113"/>
        <pc:sldMkLst>
          <pc:docMk/>
          <pc:sldMk cId="284239871" sldId="271"/>
        </pc:sldMkLst>
        <pc:spChg chg="mod">
          <ac:chgData name="Mendonca, Manav" userId="197372c1-700c-4eb3-8d40-dfced5489c07" providerId="ADAL" clId="{3273D19C-37D4-4DA3-BDDF-E33084292D6E}" dt="2026-09-20T20:54:37.426" v="841" actId="20577"/>
          <ac:spMkLst>
            <pc:docMk/>
            <pc:sldMk cId="284239871" sldId="271"/>
            <ac:spMk id="2" creationId="{6B04C9E5-9A34-1F55-B2CD-FF11E5D7DB0C}"/>
          </ac:spMkLst>
        </pc:spChg>
        <pc:spChg chg="add del mod">
          <ac:chgData name="Mendonca, Manav" userId="197372c1-700c-4eb3-8d40-dfced5489c07" providerId="ADAL" clId="{3273D19C-37D4-4DA3-BDDF-E33084292D6E}" dt="2026-09-20T20:54:43.614" v="843" actId="478"/>
          <ac:spMkLst>
            <pc:docMk/>
            <pc:sldMk cId="284239871" sldId="271"/>
            <ac:spMk id="5" creationId="{3C1D03D3-A747-EF1D-E7A5-19BCAA8EBC38}"/>
          </ac:spMkLst>
        </pc:spChg>
        <pc:spChg chg="add del mod">
          <ac:chgData name="Mendonca, Manav" userId="197372c1-700c-4eb3-8d40-dfced5489c07" providerId="ADAL" clId="{3273D19C-37D4-4DA3-BDDF-E33084292D6E}" dt="2026-09-20T20:55:24.452" v="846" actId="478"/>
          <ac:spMkLst>
            <pc:docMk/>
            <pc:sldMk cId="284239871" sldId="271"/>
            <ac:spMk id="7" creationId="{4C41AAF0-0FD7-EA3B-58C5-B9D698F6DD88}"/>
          </ac:spMkLst>
        </pc:spChg>
        <pc:spChg chg="add del mod">
          <ac:chgData name="Mendonca, Manav" userId="197372c1-700c-4eb3-8d40-dfced5489c07" providerId="ADAL" clId="{3273D19C-37D4-4DA3-BDDF-E33084292D6E}" dt="2026-09-20T20:55:24.452" v="846" actId="478"/>
          <ac:spMkLst>
            <pc:docMk/>
            <pc:sldMk cId="284239871" sldId="271"/>
            <ac:spMk id="9" creationId="{08DE4CEF-675D-E516-B900-F596798BF013}"/>
          </ac:spMkLst>
        </pc:spChg>
        <pc:spChg chg="add del mod">
          <ac:chgData name="Mendonca, Manav" userId="197372c1-700c-4eb3-8d40-dfced5489c07" providerId="ADAL" clId="{3273D19C-37D4-4DA3-BDDF-E33084292D6E}" dt="2026-09-20T20:55:24.452" v="846" actId="478"/>
          <ac:spMkLst>
            <pc:docMk/>
            <pc:sldMk cId="284239871" sldId="271"/>
            <ac:spMk id="11" creationId="{04CCD4EF-4BF6-9E61-F586-538FD3881894}"/>
          </ac:spMkLst>
        </pc:spChg>
        <pc:spChg chg="add del mod">
          <ac:chgData name="Mendonca, Manav" userId="197372c1-700c-4eb3-8d40-dfced5489c07" providerId="ADAL" clId="{3273D19C-37D4-4DA3-BDDF-E33084292D6E}" dt="2026-09-20T20:55:24.452" v="846" actId="478"/>
          <ac:spMkLst>
            <pc:docMk/>
            <pc:sldMk cId="284239871" sldId="271"/>
            <ac:spMk id="13" creationId="{7655F56A-B1E4-A2B4-2C85-8C426FFD23A7}"/>
          </ac:spMkLst>
        </pc:spChg>
        <pc:spChg chg="add del mod">
          <ac:chgData name="Mendonca, Manav" userId="197372c1-700c-4eb3-8d40-dfced5489c07" providerId="ADAL" clId="{3273D19C-37D4-4DA3-BDDF-E33084292D6E}" dt="2026-09-20T20:55:24.452" v="846" actId="478"/>
          <ac:spMkLst>
            <pc:docMk/>
            <pc:sldMk cId="284239871" sldId="271"/>
            <ac:spMk id="15" creationId="{591A2D8C-C4A9-0358-1247-227DAAD8E0B8}"/>
          </ac:spMkLst>
        </pc:spChg>
        <pc:spChg chg="add del mod">
          <ac:chgData name="Mendonca, Manav" userId="197372c1-700c-4eb3-8d40-dfced5489c07" providerId="ADAL" clId="{3273D19C-37D4-4DA3-BDDF-E33084292D6E}" dt="2026-09-20T20:55:24.452" v="846" actId="478"/>
          <ac:spMkLst>
            <pc:docMk/>
            <pc:sldMk cId="284239871" sldId="271"/>
            <ac:spMk id="17" creationId="{73D36B06-0A23-9EDE-25D4-BCF2227115EE}"/>
          </ac:spMkLst>
        </pc:spChg>
        <pc:spChg chg="add del mod">
          <ac:chgData name="Mendonca, Manav" userId="197372c1-700c-4eb3-8d40-dfced5489c07" providerId="ADAL" clId="{3273D19C-37D4-4DA3-BDDF-E33084292D6E}" dt="2026-09-20T20:55:24.452" v="846" actId="478"/>
          <ac:spMkLst>
            <pc:docMk/>
            <pc:sldMk cId="284239871" sldId="271"/>
            <ac:spMk id="19" creationId="{17429763-0B88-E749-2FE6-3C122F2FFE93}"/>
          </ac:spMkLst>
        </pc:spChg>
        <pc:spChg chg="add del mod">
          <ac:chgData name="Mendonca, Manav" userId="197372c1-700c-4eb3-8d40-dfced5489c07" providerId="ADAL" clId="{3273D19C-37D4-4DA3-BDDF-E33084292D6E}" dt="2026-09-20T20:55:24.452" v="846" actId="478"/>
          <ac:spMkLst>
            <pc:docMk/>
            <pc:sldMk cId="284239871" sldId="271"/>
            <ac:spMk id="21" creationId="{C5A7CE9C-0D6B-6885-057E-C445B6E76693}"/>
          </ac:spMkLst>
        </pc:spChg>
        <pc:spChg chg="add mod">
          <ac:chgData name="Mendonca, Manav" userId="197372c1-700c-4eb3-8d40-dfced5489c07" providerId="ADAL" clId="{3273D19C-37D4-4DA3-BDDF-E33084292D6E}" dt="2026-09-20T21:04:50.661" v="948" actId="113"/>
          <ac:spMkLst>
            <pc:docMk/>
            <pc:sldMk cId="284239871" sldId="271"/>
            <ac:spMk id="23" creationId="{48657C32-CC80-4864-B618-180CC6116189}"/>
          </ac:spMkLst>
        </pc:spChg>
        <pc:spChg chg="add mod">
          <ac:chgData name="Mendonca, Manav" userId="197372c1-700c-4eb3-8d40-dfced5489c07" providerId="ADAL" clId="{3273D19C-37D4-4DA3-BDDF-E33084292D6E}" dt="2026-09-20T21:04:46.470" v="946" actId="2711"/>
          <ac:spMkLst>
            <pc:docMk/>
            <pc:sldMk cId="284239871" sldId="271"/>
            <ac:spMk id="27" creationId="{855B807F-AEA7-CDDD-1E54-925C8E23CEFC}"/>
          </ac:spMkLst>
        </pc:spChg>
        <pc:spChg chg="add mod">
          <ac:chgData name="Mendonca, Manav" userId="197372c1-700c-4eb3-8d40-dfced5489c07" providerId="ADAL" clId="{3273D19C-37D4-4DA3-BDDF-E33084292D6E}" dt="2026-09-20T21:04:46.470" v="946" actId="2711"/>
          <ac:spMkLst>
            <pc:docMk/>
            <pc:sldMk cId="284239871" sldId="271"/>
            <ac:spMk id="29" creationId="{824BED57-1AC1-AE24-ED5F-3009AECC683C}"/>
          </ac:spMkLst>
        </pc:spChg>
        <pc:spChg chg="add mod">
          <ac:chgData name="Mendonca, Manav" userId="197372c1-700c-4eb3-8d40-dfced5489c07" providerId="ADAL" clId="{3273D19C-37D4-4DA3-BDDF-E33084292D6E}" dt="2026-09-20T21:04:46.470" v="946" actId="2711"/>
          <ac:spMkLst>
            <pc:docMk/>
            <pc:sldMk cId="284239871" sldId="271"/>
            <ac:spMk id="31" creationId="{38FA4073-B987-C0C3-05F7-8EE9E4CBF8ED}"/>
          </ac:spMkLst>
        </pc:spChg>
        <pc:spChg chg="add mod">
          <ac:chgData name="Mendonca, Manav" userId="197372c1-700c-4eb3-8d40-dfced5489c07" providerId="ADAL" clId="{3273D19C-37D4-4DA3-BDDF-E33084292D6E}" dt="2026-09-20T21:04:46.470" v="946" actId="2711"/>
          <ac:spMkLst>
            <pc:docMk/>
            <pc:sldMk cId="284239871" sldId="271"/>
            <ac:spMk id="33" creationId="{178D6D22-8BB2-3A56-8292-2B8A9491BBF6}"/>
          </ac:spMkLst>
        </pc:spChg>
        <pc:spChg chg="add mod">
          <ac:chgData name="Mendonca, Manav" userId="197372c1-700c-4eb3-8d40-dfced5489c07" providerId="ADAL" clId="{3273D19C-37D4-4DA3-BDDF-E33084292D6E}" dt="2026-09-20T21:04:46.470" v="946" actId="2711"/>
          <ac:spMkLst>
            <pc:docMk/>
            <pc:sldMk cId="284239871" sldId="271"/>
            <ac:spMk id="35" creationId="{5A64A3DF-3C42-6808-6F9A-D60E602B3C6A}"/>
          </ac:spMkLst>
        </pc:spChg>
        <pc:spChg chg="add mod">
          <ac:chgData name="Mendonca, Manav" userId="197372c1-700c-4eb3-8d40-dfced5489c07" providerId="ADAL" clId="{3273D19C-37D4-4DA3-BDDF-E33084292D6E}" dt="2026-09-20T21:04:46.470" v="946" actId="2711"/>
          <ac:spMkLst>
            <pc:docMk/>
            <pc:sldMk cId="284239871" sldId="271"/>
            <ac:spMk id="39" creationId="{F744B398-5B3B-862C-EFE3-5620F2F07F6F}"/>
          </ac:spMkLst>
        </pc:spChg>
        <pc:spChg chg="add mod">
          <ac:chgData name="Mendonca, Manav" userId="197372c1-700c-4eb3-8d40-dfced5489c07" providerId="ADAL" clId="{3273D19C-37D4-4DA3-BDDF-E33084292D6E}" dt="2026-09-20T21:04:46.470" v="946" actId="2711"/>
          <ac:spMkLst>
            <pc:docMk/>
            <pc:sldMk cId="284239871" sldId="271"/>
            <ac:spMk id="43" creationId="{A0F901A4-D55E-53AA-1824-4257C2FE173D}"/>
          </ac:spMkLst>
        </pc:spChg>
        <pc:spChg chg="add mod">
          <ac:chgData name="Mendonca, Manav" userId="197372c1-700c-4eb3-8d40-dfced5489c07" providerId="ADAL" clId="{3273D19C-37D4-4DA3-BDDF-E33084292D6E}" dt="2026-09-20T21:04:46.470" v="946" actId="2711"/>
          <ac:spMkLst>
            <pc:docMk/>
            <pc:sldMk cId="284239871" sldId="271"/>
            <ac:spMk id="45" creationId="{FA8A8689-47A7-482E-1FF3-55AEADF01B2E}"/>
          </ac:spMkLst>
        </pc:spChg>
        <pc:spChg chg="add mod">
          <ac:chgData name="Mendonca, Manav" userId="197372c1-700c-4eb3-8d40-dfced5489c07" providerId="ADAL" clId="{3273D19C-37D4-4DA3-BDDF-E33084292D6E}" dt="2026-09-20T21:04:46.470" v="946" actId="2711"/>
          <ac:spMkLst>
            <pc:docMk/>
            <pc:sldMk cId="284239871" sldId="271"/>
            <ac:spMk id="47" creationId="{44FC1215-8E1B-9DB6-0751-320BEBDE5F46}"/>
          </ac:spMkLst>
        </pc:spChg>
        <pc:spChg chg="add del mod">
          <ac:chgData name="Mendonca, Manav" userId="197372c1-700c-4eb3-8d40-dfced5489c07" providerId="ADAL" clId="{3273D19C-37D4-4DA3-BDDF-E33084292D6E}" dt="2026-09-20T20:58:08.077" v="856" actId="478"/>
          <ac:spMkLst>
            <pc:docMk/>
            <pc:sldMk cId="284239871" sldId="271"/>
            <ac:spMk id="49" creationId="{E32711DF-EAE5-3CE0-96F9-DB2C1F356D44}"/>
          </ac:spMkLst>
        </pc:spChg>
        <pc:spChg chg="add del mod">
          <ac:chgData name="Mendonca, Manav" userId="197372c1-700c-4eb3-8d40-dfced5489c07" providerId="ADAL" clId="{3273D19C-37D4-4DA3-BDDF-E33084292D6E}" dt="2026-09-20T20:58:10.619" v="857" actId="478"/>
          <ac:spMkLst>
            <pc:docMk/>
            <pc:sldMk cId="284239871" sldId="271"/>
            <ac:spMk id="51" creationId="{78578823-25B7-3D1F-0359-DADA233927BE}"/>
          </ac:spMkLst>
        </pc:spChg>
        <pc:spChg chg="add del mod">
          <ac:chgData name="Mendonca, Manav" userId="197372c1-700c-4eb3-8d40-dfced5489c07" providerId="ADAL" clId="{3273D19C-37D4-4DA3-BDDF-E33084292D6E}" dt="2026-09-20T20:58:10.619" v="857" actId="478"/>
          <ac:spMkLst>
            <pc:docMk/>
            <pc:sldMk cId="284239871" sldId="271"/>
            <ac:spMk id="53" creationId="{BE05D7C4-A52E-3FEB-8F12-4A1071ACEC4A}"/>
          </ac:spMkLst>
        </pc:spChg>
        <pc:spChg chg="add del mod">
          <ac:chgData name="Mendonca, Manav" userId="197372c1-700c-4eb3-8d40-dfced5489c07" providerId="ADAL" clId="{3273D19C-37D4-4DA3-BDDF-E33084292D6E}" dt="2026-09-20T20:58:10.619" v="857" actId="478"/>
          <ac:spMkLst>
            <pc:docMk/>
            <pc:sldMk cId="284239871" sldId="271"/>
            <ac:spMk id="55" creationId="{B9D88227-E8E8-EF48-5BC0-BF76AF6E8430}"/>
          </ac:spMkLst>
        </pc:spChg>
        <pc:spChg chg="add del mod">
          <ac:chgData name="Mendonca, Manav" userId="197372c1-700c-4eb3-8d40-dfced5489c07" providerId="ADAL" clId="{3273D19C-37D4-4DA3-BDDF-E33084292D6E}" dt="2026-09-20T20:58:10.619" v="857" actId="478"/>
          <ac:spMkLst>
            <pc:docMk/>
            <pc:sldMk cId="284239871" sldId="271"/>
            <ac:spMk id="57" creationId="{EEF6A9AB-B1DE-7F74-A3D5-4D5EF07B9B0F}"/>
          </ac:spMkLst>
        </pc:spChg>
        <pc:spChg chg="add del mod">
          <ac:chgData name="Mendonca, Manav" userId="197372c1-700c-4eb3-8d40-dfced5489c07" providerId="ADAL" clId="{3273D19C-37D4-4DA3-BDDF-E33084292D6E}" dt="2026-09-20T20:58:07.424" v="855" actId="478"/>
          <ac:spMkLst>
            <pc:docMk/>
            <pc:sldMk cId="284239871" sldId="271"/>
            <ac:spMk id="59" creationId="{E99C30E2-460A-A21E-B0A3-29E5DC6AF629}"/>
          </ac:spMkLst>
        </pc:spChg>
        <pc:graphicFrameChg chg="del">
          <ac:chgData name="Mendonca, Manav" userId="197372c1-700c-4eb3-8d40-dfced5489c07" providerId="ADAL" clId="{3273D19C-37D4-4DA3-BDDF-E33084292D6E}" dt="2026-09-20T20:54:41.862" v="842" actId="478"/>
          <ac:graphicFrameMkLst>
            <pc:docMk/>
            <pc:sldMk cId="284239871" sldId="271"/>
            <ac:graphicFrameMk id="4" creationId="{9E71860E-ABDA-C0A1-9D36-62B1BD3890A3}"/>
          </ac:graphicFrameMkLst>
        </pc:graphicFrameChg>
        <pc:picChg chg="add mod modCrop">
          <ac:chgData name="Mendonca, Manav" userId="197372c1-700c-4eb3-8d40-dfced5489c07" providerId="ADAL" clId="{3273D19C-37D4-4DA3-BDDF-E33084292D6E}" dt="2026-09-20T20:58:56.534" v="865" actId="1076"/>
          <ac:picMkLst>
            <pc:docMk/>
            <pc:sldMk cId="284239871" sldId="271"/>
            <ac:picMk id="61" creationId="{F39325FD-AD46-D8E4-0CC4-302AB995AFBA}"/>
          </ac:picMkLst>
        </pc:picChg>
        <pc:picChg chg="add mod">
          <ac:chgData name="Mendonca, Manav" userId="197372c1-700c-4eb3-8d40-dfced5489c07" providerId="ADAL" clId="{3273D19C-37D4-4DA3-BDDF-E33084292D6E}" dt="2026-09-20T20:59:17.341" v="868" actId="1076"/>
          <ac:picMkLst>
            <pc:docMk/>
            <pc:sldMk cId="284239871" sldId="271"/>
            <ac:picMk id="63" creationId="{CE276F3D-5516-8F06-239F-1D6EA1043ABA}"/>
          </ac:picMkLst>
        </pc:picChg>
      </pc:sldChg>
      <pc:sldChg chg="addSp delSp modSp add mod">
        <pc:chgData name="Mendonca, Manav" userId="197372c1-700c-4eb3-8d40-dfced5489c07" providerId="ADAL" clId="{3273D19C-37D4-4DA3-BDDF-E33084292D6E}" dt="2026-09-20T21:03:27.272" v="936" actId="20577"/>
        <pc:sldMkLst>
          <pc:docMk/>
          <pc:sldMk cId="2210649916" sldId="272"/>
        </pc:sldMkLst>
        <pc:spChg chg="mod">
          <ac:chgData name="Mendonca, Manav" userId="197372c1-700c-4eb3-8d40-dfced5489c07" providerId="ADAL" clId="{3273D19C-37D4-4DA3-BDDF-E33084292D6E}" dt="2026-09-20T20:59:47.981" v="892" actId="20577"/>
          <ac:spMkLst>
            <pc:docMk/>
            <pc:sldMk cId="2210649916" sldId="272"/>
            <ac:spMk id="2" creationId="{591228EC-0917-AFB5-3426-21CF9B28A9E8}"/>
          </ac:spMkLst>
        </pc:spChg>
        <pc:spChg chg="add mod">
          <ac:chgData name="Mendonca, Manav" userId="197372c1-700c-4eb3-8d40-dfced5489c07" providerId="ADAL" clId="{3273D19C-37D4-4DA3-BDDF-E33084292D6E}" dt="2026-09-20T21:00:08.033" v="897" actId="1076"/>
          <ac:spMkLst>
            <pc:docMk/>
            <pc:sldMk cId="2210649916" sldId="272"/>
            <ac:spMk id="4" creationId="{3EF32872-C633-43F6-8BD0-381B1C8518AC}"/>
          </ac:spMkLst>
        </pc:spChg>
        <pc:spChg chg="add mod">
          <ac:chgData name="Mendonca, Manav" userId="197372c1-700c-4eb3-8d40-dfced5489c07" providerId="ADAL" clId="{3273D19C-37D4-4DA3-BDDF-E33084292D6E}" dt="2026-09-20T21:00:08.033" v="897" actId="1076"/>
          <ac:spMkLst>
            <pc:docMk/>
            <pc:sldMk cId="2210649916" sldId="272"/>
            <ac:spMk id="8" creationId="{7923816A-C45C-6F62-56C5-B98A899F7FB5}"/>
          </ac:spMkLst>
        </pc:spChg>
        <pc:spChg chg="add mod">
          <ac:chgData name="Mendonca, Manav" userId="197372c1-700c-4eb3-8d40-dfced5489c07" providerId="ADAL" clId="{3273D19C-37D4-4DA3-BDDF-E33084292D6E}" dt="2026-09-20T21:03:08.523" v="924" actId="1076"/>
          <ac:spMkLst>
            <pc:docMk/>
            <pc:sldMk cId="2210649916" sldId="272"/>
            <ac:spMk id="12" creationId="{DAE1DA33-3F43-3B60-8033-AD8B795C3FEA}"/>
          </ac:spMkLst>
        </pc:spChg>
        <pc:spChg chg="add mod">
          <ac:chgData name="Mendonca, Manav" userId="197372c1-700c-4eb3-8d40-dfced5489c07" providerId="ADAL" clId="{3273D19C-37D4-4DA3-BDDF-E33084292D6E}" dt="2026-09-20T21:03:17.551" v="926" actId="20577"/>
          <ac:spMkLst>
            <pc:docMk/>
            <pc:sldMk cId="2210649916" sldId="272"/>
            <ac:spMk id="14" creationId="{0FB09B22-E4DF-584F-76EF-851A454A5FB3}"/>
          </ac:spMkLst>
        </pc:spChg>
        <pc:spChg chg="add mod">
          <ac:chgData name="Mendonca, Manav" userId="197372c1-700c-4eb3-8d40-dfced5489c07" providerId="ADAL" clId="{3273D19C-37D4-4DA3-BDDF-E33084292D6E}" dt="2026-09-20T21:03:08.523" v="924" actId="1076"/>
          <ac:spMkLst>
            <pc:docMk/>
            <pc:sldMk cId="2210649916" sldId="272"/>
            <ac:spMk id="16" creationId="{5ADF8021-715F-6DD7-8ACF-1C6AFE6490DF}"/>
          </ac:spMkLst>
        </pc:spChg>
        <pc:spChg chg="add mod">
          <ac:chgData name="Mendonca, Manav" userId="197372c1-700c-4eb3-8d40-dfced5489c07" providerId="ADAL" clId="{3273D19C-37D4-4DA3-BDDF-E33084292D6E}" dt="2026-09-20T21:03:27.272" v="936" actId="20577"/>
          <ac:spMkLst>
            <pc:docMk/>
            <pc:sldMk cId="2210649916" sldId="272"/>
            <ac:spMk id="18" creationId="{34F8916A-494A-11A8-2B63-58C659B4AE7D}"/>
          </ac:spMkLst>
        </pc:spChg>
        <pc:spChg chg="add mod">
          <ac:chgData name="Mendonca, Manav" userId="197372c1-700c-4eb3-8d40-dfced5489c07" providerId="ADAL" clId="{3273D19C-37D4-4DA3-BDDF-E33084292D6E}" dt="2026-09-20T21:02:10.414" v="907" actId="1076"/>
          <ac:spMkLst>
            <pc:docMk/>
            <pc:sldMk cId="2210649916" sldId="272"/>
            <ac:spMk id="20" creationId="{B04FE36E-8C8E-9DEC-74E7-CE0D076C72FA}"/>
          </ac:spMkLst>
        </pc:spChg>
        <pc:spChg chg="add mod">
          <ac:chgData name="Mendonca, Manav" userId="197372c1-700c-4eb3-8d40-dfced5489c07" providerId="ADAL" clId="{3273D19C-37D4-4DA3-BDDF-E33084292D6E}" dt="2026-09-20T21:02:10.414" v="907" actId="1076"/>
          <ac:spMkLst>
            <pc:docMk/>
            <pc:sldMk cId="2210649916" sldId="272"/>
            <ac:spMk id="22" creationId="{7C0F7B83-9DD1-C9CB-80B0-EED4B3546274}"/>
          </ac:spMkLst>
        </pc:spChg>
        <pc:spChg chg="del">
          <ac:chgData name="Mendonca, Manav" userId="197372c1-700c-4eb3-8d40-dfced5489c07" providerId="ADAL" clId="{3273D19C-37D4-4DA3-BDDF-E33084292D6E}" dt="2026-09-20T20:59:51.063" v="893" actId="478"/>
          <ac:spMkLst>
            <pc:docMk/>
            <pc:sldMk cId="2210649916" sldId="272"/>
            <ac:spMk id="23" creationId="{DB497BAD-D44C-9F23-AACC-2176807B8125}"/>
          </ac:spMkLst>
        </pc:spChg>
        <pc:spChg chg="del">
          <ac:chgData name="Mendonca, Manav" userId="197372c1-700c-4eb3-8d40-dfced5489c07" providerId="ADAL" clId="{3273D19C-37D4-4DA3-BDDF-E33084292D6E}" dt="2026-09-20T20:59:51.063" v="893" actId="478"/>
          <ac:spMkLst>
            <pc:docMk/>
            <pc:sldMk cId="2210649916" sldId="272"/>
            <ac:spMk id="25" creationId="{F52FAB8E-3287-B3C7-E566-CD79655AD2C0}"/>
          </ac:spMkLst>
        </pc:spChg>
        <pc:spChg chg="add mod">
          <ac:chgData name="Mendonca, Manav" userId="197372c1-700c-4eb3-8d40-dfced5489c07" providerId="ADAL" clId="{3273D19C-37D4-4DA3-BDDF-E33084292D6E}" dt="2026-09-20T21:02:57.043" v="923" actId="1076"/>
          <ac:spMkLst>
            <pc:docMk/>
            <pc:sldMk cId="2210649916" sldId="272"/>
            <ac:spMk id="26" creationId="{44CFB750-F914-76F4-B7B5-6AFD94529B50}"/>
          </ac:spMkLst>
        </pc:spChg>
        <pc:spChg chg="del">
          <ac:chgData name="Mendonca, Manav" userId="197372c1-700c-4eb3-8d40-dfced5489c07" providerId="ADAL" clId="{3273D19C-37D4-4DA3-BDDF-E33084292D6E}" dt="2026-09-20T20:59:51.063" v="893" actId="478"/>
          <ac:spMkLst>
            <pc:docMk/>
            <pc:sldMk cId="2210649916" sldId="272"/>
            <ac:spMk id="27" creationId="{4B09452F-7575-EDC9-80CC-FDB10B079857}"/>
          </ac:spMkLst>
        </pc:spChg>
        <pc:spChg chg="add mod">
          <ac:chgData name="Mendonca, Manav" userId="197372c1-700c-4eb3-8d40-dfced5489c07" providerId="ADAL" clId="{3273D19C-37D4-4DA3-BDDF-E33084292D6E}" dt="2026-09-20T21:02:57.043" v="923" actId="1076"/>
          <ac:spMkLst>
            <pc:docMk/>
            <pc:sldMk cId="2210649916" sldId="272"/>
            <ac:spMk id="30" creationId="{7DA58E97-B27B-064B-E5DD-1ABE4BB727BC}"/>
          </ac:spMkLst>
        </pc:spChg>
        <pc:spChg chg="del">
          <ac:chgData name="Mendonca, Manav" userId="197372c1-700c-4eb3-8d40-dfced5489c07" providerId="ADAL" clId="{3273D19C-37D4-4DA3-BDDF-E33084292D6E}" dt="2026-09-20T20:59:51.063" v="893" actId="478"/>
          <ac:spMkLst>
            <pc:docMk/>
            <pc:sldMk cId="2210649916" sldId="272"/>
            <ac:spMk id="31" creationId="{93961254-5AD7-E9EE-2665-BCB426ED09D4}"/>
          </ac:spMkLst>
        </pc:spChg>
        <pc:spChg chg="del">
          <ac:chgData name="Mendonca, Manav" userId="197372c1-700c-4eb3-8d40-dfced5489c07" providerId="ADAL" clId="{3273D19C-37D4-4DA3-BDDF-E33084292D6E}" dt="2026-09-20T20:59:51.063" v="893" actId="478"/>
          <ac:spMkLst>
            <pc:docMk/>
            <pc:sldMk cId="2210649916" sldId="272"/>
            <ac:spMk id="33" creationId="{A0BF1D9B-B20C-791A-BD41-28988D43449E}"/>
          </ac:spMkLst>
        </pc:spChg>
        <pc:spChg chg="add mod">
          <ac:chgData name="Mendonca, Manav" userId="197372c1-700c-4eb3-8d40-dfced5489c07" providerId="ADAL" clId="{3273D19C-37D4-4DA3-BDDF-E33084292D6E}" dt="2026-09-20T21:02:46.990" v="920" actId="1076"/>
          <ac:spMkLst>
            <pc:docMk/>
            <pc:sldMk cId="2210649916" sldId="272"/>
            <ac:spMk id="34" creationId="{D0260EB8-905F-BCF2-BAB2-015800462B24}"/>
          </ac:spMkLst>
        </pc:spChg>
        <pc:spChg chg="del">
          <ac:chgData name="Mendonca, Manav" userId="197372c1-700c-4eb3-8d40-dfced5489c07" providerId="ADAL" clId="{3273D19C-37D4-4DA3-BDDF-E33084292D6E}" dt="2026-09-20T20:59:51.063" v="893" actId="478"/>
          <ac:spMkLst>
            <pc:docMk/>
            <pc:sldMk cId="2210649916" sldId="272"/>
            <ac:spMk id="37" creationId="{959FB18E-24D8-06A0-1FE6-CA23E20A44FC}"/>
          </ac:spMkLst>
        </pc:spChg>
        <pc:spChg chg="add mod">
          <ac:chgData name="Mendonca, Manav" userId="197372c1-700c-4eb3-8d40-dfced5489c07" providerId="ADAL" clId="{3273D19C-37D4-4DA3-BDDF-E33084292D6E}" dt="2026-09-20T21:02:46.990" v="920" actId="1076"/>
          <ac:spMkLst>
            <pc:docMk/>
            <pc:sldMk cId="2210649916" sldId="272"/>
            <ac:spMk id="38" creationId="{C0678328-E3EE-7C72-E40C-87B4910B56C0}"/>
          </ac:spMkLst>
        </pc:spChg>
        <pc:spChg chg="del">
          <ac:chgData name="Mendonca, Manav" userId="197372c1-700c-4eb3-8d40-dfced5489c07" providerId="ADAL" clId="{3273D19C-37D4-4DA3-BDDF-E33084292D6E}" dt="2026-09-20T20:59:51.063" v="893" actId="478"/>
          <ac:spMkLst>
            <pc:docMk/>
            <pc:sldMk cId="2210649916" sldId="272"/>
            <ac:spMk id="39" creationId="{8F74EAFC-6F1C-2452-07B4-98B26107E7CB}"/>
          </ac:spMkLst>
        </pc:spChg>
        <pc:spChg chg="del">
          <ac:chgData name="Mendonca, Manav" userId="197372c1-700c-4eb3-8d40-dfced5489c07" providerId="ADAL" clId="{3273D19C-37D4-4DA3-BDDF-E33084292D6E}" dt="2026-09-20T20:59:51.063" v="893" actId="478"/>
          <ac:spMkLst>
            <pc:docMk/>
            <pc:sldMk cId="2210649916" sldId="272"/>
            <ac:spMk id="43" creationId="{F04E62F1-3739-F354-9D8F-C4C945C8CF2E}"/>
          </ac:spMkLst>
        </pc:spChg>
        <pc:spChg chg="del">
          <ac:chgData name="Mendonca, Manav" userId="197372c1-700c-4eb3-8d40-dfced5489c07" providerId="ADAL" clId="{3273D19C-37D4-4DA3-BDDF-E33084292D6E}" dt="2026-09-20T20:59:51.063" v="893" actId="478"/>
          <ac:spMkLst>
            <pc:docMk/>
            <pc:sldMk cId="2210649916" sldId="272"/>
            <ac:spMk id="45" creationId="{BC51117C-8DBE-C796-2041-5F7A1D8B2083}"/>
          </ac:spMkLst>
        </pc:spChg>
        <pc:spChg chg="del">
          <ac:chgData name="Mendonca, Manav" userId="197372c1-700c-4eb3-8d40-dfced5489c07" providerId="ADAL" clId="{3273D19C-37D4-4DA3-BDDF-E33084292D6E}" dt="2026-09-20T20:59:51.063" v="893" actId="478"/>
          <ac:spMkLst>
            <pc:docMk/>
            <pc:sldMk cId="2210649916" sldId="272"/>
            <ac:spMk id="47" creationId="{F7D5D588-2A64-7213-F58F-B6D246E645A8}"/>
          </ac:spMkLst>
        </pc:spChg>
        <pc:picChg chg="mod">
          <ac:chgData name="Mendonca, Manav" userId="197372c1-700c-4eb3-8d40-dfced5489c07" providerId="ADAL" clId="{3273D19C-37D4-4DA3-BDDF-E33084292D6E}" dt="2026-09-20T21:01:12.610" v="903" actId="14826"/>
          <ac:picMkLst>
            <pc:docMk/>
            <pc:sldMk cId="2210649916" sldId="272"/>
            <ac:picMk id="6" creationId="{0494464D-8B16-491F-0C45-D0C7329246F9}"/>
          </ac:picMkLst>
        </pc:picChg>
        <pc:picChg chg="mod">
          <ac:chgData name="Mendonca, Manav" userId="197372c1-700c-4eb3-8d40-dfced5489c07" providerId="ADAL" clId="{3273D19C-37D4-4DA3-BDDF-E33084292D6E}" dt="2026-09-20T21:01:36.178" v="904" actId="14826"/>
          <ac:picMkLst>
            <pc:docMk/>
            <pc:sldMk cId="2210649916" sldId="272"/>
            <ac:picMk id="10" creationId="{5D8396F9-7569-E63D-104F-A40C6CA29ED3}"/>
          </ac:picMkLst>
        </pc:picChg>
        <pc:picChg chg="del">
          <ac:chgData name="Mendonca, Manav" userId="197372c1-700c-4eb3-8d40-dfced5489c07" providerId="ADAL" clId="{3273D19C-37D4-4DA3-BDDF-E33084292D6E}" dt="2026-09-20T20:59:51.872" v="894" actId="478"/>
          <ac:picMkLst>
            <pc:docMk/>
            <pc:sldMk cId="2210649916" sldId="272"/>
            <ac:picMk id="63" creationId="{5F0A4872-1972-27C6-A33D-9EE22DCCF690}"/>
          </ac:picMkLst>
        </pc:picChg>
      </pc:sldChg>
      <pc:sldChg chg="addSp delSp modSp add mod">
        <pc:chgData name="Mendonca, Manav" userId="197372c1-700c-4eb3-8d40-dfced5489c07" providerId="ADAL" clId="{3273D19C-37D4-4DA3-BDDF-E33084292D6E}" dt="2026-09-20T21:07:54.173" v="982" actId="207"/>
        <pc:sldMkLst>
          <pc:docMk/>
          <pc:sldMk cId="2573710287" sldId="273"/>
        </pc:sldMkLst>
        <pc:spChg chg="mod">
          <ac:chgData name="Mendonca, Manav" userId="197372c1-700c-4eb3-8d40-dfced5489c07" providerId="ADAL" clId="{3273D19C-37D4-4DA3-BDDF-E33084292D6E}" dt="2026-09-20T21:04:06.818" v="940"/>
          <ac:spMkLst>
            <pc:docMk/>
            <pc:sldMk cId="2573710287" sldId="273"/>
            <ac:spMk id="2" creationId="{D53DE2A3-900C-2414-5F6D-669DD1C73EED}"/>
          </ac:spMkLst>
        </pc:spChg>
        <pc:spChg chg="del">
          <ac:chgData name="Mendonca, Manav" userId="197372c1-700c-4eb3-8d40-dfced5489c07" providerId="ADAL" clId="{3273D19C-37D4-4DA3-BDDF-E33084292D6E}" dt="2026-09-20T21:04:18.100" v="941" actId="478"/>
          <ac:spMkLst>
            <pc:docMk/>
            <pc:sldMk cId="2573710287" sldId="273"/>
            <ac:spMk id="4" creationId="{82E871C9-4C2B-025A-C987-A325019C97B5}"/>
          </ac:spMkLst>
        </pc:spChg>
        <pc:spChg chg="add mod">
          <ac:chgData name="Mendonca, Manav" userId="197372c1-700c-4eb3-8d40-dfced5489c07" providerId="ADAL" clId="{3273D19C-37D4-4DA3-BDDF-E33084292D6E}" dt="2026-09-20T21:06:30.406" v="968" actId="1076"/>
          <ac:spMkLst>
            <pc:docMk/>
            <pc:sldMk cId="2573710287" sldId="273"/>
            <ac:spMk id="5" creationId="{628E34EF-5444-8F3F-D046-919B819E6875}"/>
          </ac:spMkLst>
        </pc:spChg>
        <pc:spChg chg="del">
          <ac:chgData name="Mendonca, Manav" userId="197372c1-700c-4eb3-8d40-dfced5489c07" providerId="ADAL" clId="{3273D19C-37D4-4DA3-BDDF-E33084292D6E}" dt="2026-09-20T21:04:18.100" v="941" actId="478"/>
          <ac:spMkLst>
            <pc:docMk/>
            <pc:sldMk cId="2573710287" sldId="273"/>
            <ac:spMk id="8" creationId="{A69B1B9C-95CF-B7F6-C602-EE0DE4F52DD3}"/>
          </ac:spMkLst>
        </pc:spChg>
        <pc:spChg chg="add mod">
          <ac:chgData name="Mendonca, Manav" userId="197372c1-700c-4eb3-8d40-dfced5489c07" providerId="ADAL" clId="{3273D19C-37D4-4DA3-BDDF-E33084292D6E}" dt="2026-09-20T21:07:19.165" v="976" actId="207"/>
          <ac:spMkLst>
            <pc:docMk/>
            <pc:sldMk cId="2573710287" sldId="273"/>
            <ac:spMk id="9" creationId="{2CB4B478-1056-2835-2DA8-B63C6CCF94F9}"/>
          </ac:spMkLst>
        </pc:spChg>
        <pc:spChg chg="del">
          <ac:chgData name="Mendonca, Manav" userId="197372c1-700c-4eb3-8d40-dfced5489c07" providerId="ADAL" clId="{3273D19C-37D4-4DA3-BDDF-E33084292D6E}" dt="2026-09-20T21:04:19.653" v="942" actId="478"/>
          <ac:spMkLst>
            <pc:docMk/>
            <pc:sldMk cId="2573710287" sldId="273"/>
            <ac:spMk id="12" creationId="{82A758C8-EA15-7922-DE19-698019CCB7EB}"/>
          </ac:spMkLst>
        </pc:spChg>
        <pc:spChg chg="add mod">
          <ac:chgData name="Mendonca, Manav" userId="197372c1-700c-4eb3-8d40-dfced5489c07" providerId="ADAL" clId="{3273D19C-37D4-4DA3-BDDF-E33084292D6E}" dt="2026-09-20T21:06:30.406" v="968" actId="1076"/>
          <ac:spMkLst>
            <pc:docMk/>
            <pc:sldMk cId="2573710287" sldId="273"/>
            <ac:spMk id="13" creationId="{A6CDDFE0-CE5C-58AD-8F28-2FB27A01300D}"/>
          </ac:spMkLst>
        </pc:spChg>
        <pc:spChg chg="del">
          <ac:chgData name="Mendonca, Manav" userId="197372c1-700c-4eb3-8d40-dfced5489c07" providerId="ADAL" clId="{3273D19C-37D4-4DA3-BDDF-E33084292D6E}" dt="2026-09-20T21:04:19.653" v="942" actId="478"/>
          <ac:spMkLst>
            <pc:docMk/>
            <pc:sldMk cId="2573710287" sldId="273"/>
            <ac:spMk id="14" creationId="{A2293E32-F10F-EAC7-4720-37058F4C7A96}"/>
          </ac:spMkLst>
        </pc:spChg>
        <pc:spChg chg="del">
          <ac:chgData name="Mendonca, Manav" userId="197372c1-700c-4eb3-8d40-dfced5489c07" providerId="ADAL" clId="{3273D19C-37D4-4DA3-BDDF-E33084292D6E}" dt="2026-09-20T21:04:19.653" v="942" actId="478"/>
          <ac:spMkLst>
            <pc:docMk/>
            <pc:sldMk cId="2573710287" sldId="273"/>
            <ac:spMk id="16" creationId="{31F14289-6927-F5E7-46DD-C286A74DF25A}"/>
          </ac:spMkLst>
        </pc:spChg>
        <pc:spChg chg="add mod">
          <ac:chgData name="Mendonca, Manav" userId="197372c1-700c-4eb3-8d40-dfced5489c07" providerId="ADAL" clId="{3273D19C-37D4-4DA3-BDDF-E33084292D6E}" dt="2026-09-20T21:07:19.165" v="976" actId="207"/>
          <ac:spMkLst>
            <pc:docMk/>
            <pc:sldMk cId="2573710287" sldId="273"/>
            <ac:spMk id="17" creationId="{6D604D79-A368-307D-DB42-3C0A3206086D}"/>
          </ac:spMkLst>
        </pc:spChg>
        <pc:spChg chg="del">
          <ac:chgData name="Mendonca, Manav" userId="197372c1-700c-4eb3-8d40-dfced5489c07" providerId="ADAL" clId="{3273D19C-37D4-4DA3-BDDF-E33084292D6E}" dt="2026-09-20T21:04:19.653" v="942" actId="478"/>
          <ac:spMkLst>
            <pc:docMk/>
            <pc:sldMk cId="2573710287" sldId="273"/>
            <ac:spMk id="18" creationId="{B7607020-910D-5182-AC7D-02B335CA136C}"/>
          </ac:spMkLst>
        </pc:spChg>
        <pc:spChg chg="del">
          <ac:chgData name="Mendonca, Manav" userId="197372c1-700c-4eb3-8d40-dfced5489c07" providerId="ADAL" clId="{3273D19C-37D4-4DA3-BDDF-E33084292D6E}" dt="2026-09-20T21:04:19.653" v="942" actId="478"/>
          <ac:spMkLst>
            <pc:docMk/>
            <pc:sldMk cId="2573710287" sldId="273"/>
            <ac:spMk id="20" creationId="{858027B2-E0C2-A6C9-3197-BDD0004D6518}"/>
          </ac:spMkLst>
        </pc:spChg>
        <pc:spChg chg="add mod">
          <ac:chgData name="Mendonca, Manav" userId="197372c1-700c-4eb3-8d40-dfced5489c07" providerId="ADAL" clId="{3273D19C-37D4-4DA3-BDDF-E33084292D6E}" dt="2026-09-20T21:06:30.406" v="968" actId="1076"/>
          <ac:spMkLst>
            <pc:docMk/>
            <pc:sldMk cId="2573710287" sldId="273"/>
            <ac:spMk id="21" creationId="{4DB75D37-7CE4-6899-43ED-3BAA20352F04}"/>
          </ac:spMkLst>
        </pc:spChg>
        <pc:spChg chg="del">
          <ac:chgData name="Mendonca, Manav" userId="197372c1-700c-4eb3-8d40-dfced5489c07" providerId="ADAL" clId="{3273D19C-37D4-4DA3-BDDF-E33084292D6E}" dt="2026-09-20T21:04:19.653" v="942" actId="478"/>
          <ac:spMkLst>
            <pc:docMk/>
            <pc:sldMk cId="2573710287" sldId="273"/>
            <ac:spMk id="22" creationId="{27D62224-BB0A-39B7-0FB9-EE3899F909F6}"/>
          </ac:spMkLst>
        </pc:spChg>
        <pc:spChg chg="add mod">
          <ac:chgData name="Mendonca, Manav" userId="197372c1-700c-4eb3-8d40-dfced5489c07" providerId="ADAL" clId="{3273D19C-37D4-4DA3-BDDF-E33084292D6E}" dt="2026-09-20T21:07:19.165" v="976" actId="207"/>
          <ac:spMkLst>
            <pc:docMk/>
            <pc:sldMk cId="2573710287" sldId="273"/>
            <ac:spMk id="24" creationId="{85F28708-7821-46A4-CA28-87B4CAC3750B}"/>
          </ac:spMkLst>
        </pc:spChg>
        <pc:spChg chg="del">
          <ac:chgData name="Mendonca, Manav" userId="197372c1-700c-4eb3-8d40-dfced5489c07" providerId="ADAL" clId="{3273D19C-37D4-4DA3-BDDF-E33084292D6E}" dt="2026-09-20T21:04:19.653" v="942" actId="478"/>
          <ac:spMkLst>
            <pc:docMk/>
            <pc:sldMk cId="2573710287" sldId="273"/>
            <ac:spMk id="26" creationId="{BD51E3E7-F119-0BE0-9D1A-E93F9CBFD5F4}"/>
          </ac:spMkLst>
        </pc:spChg>
        <pc:spChg chg="add del mod">
          <ac:chgData name="Mendonca, Manav" userId="197372c1-700c-4eb3-8d40-dfced5489c07" providerId="ADAL" clId="{3273D19C-37D4-4DA3-BDDF-E33084292D6E}" dt="2026-09-20T21:06:48.517" v="972" actId="22"/>
          <ac:spMkLst>
            <pc:docMk/>
            <pc:sldMk cId="2573710287" sldId="273"/>
            <ac:spMk id="27" creationId="{EE0747F4-31E2-F4CB-B017-52ECA7ED24E2}"/>
          </ac:spMkLst>
        </pc:spChg>
        <pc:spChg chg="add del mod">
          <ac:chgData name="Mendonca, Manav" userId="197372c1-700c-4eb3-8d40-dfced5489c07" providerId="ADAL" clId="{3273D19C-37D4-4DA3-BDDF-E33084292D6E}" dt="2026-09-20T21:06:48.517" v="972" actId="22"/>
          <ac:spMkLst>
            <pc:docMk/>
            <pc:sldMk cId="2573710287" sldId="273"/>
            <ac:spMk id="29" creationId="{A745B78B-7064-9B3B-4189-732C65510B14}"/>
          </ac:spMkLst>
        </pc:spChg>
        <pc:spChg chg="del">
          <ac:chgData name="Mendonca, Manav" userId="197372c1-700c-4eb3-8d40-dfced5489c07" providerId="ADAL" clId="{3273D19C-37D4-4DA3-BDDF-E33084292D6E}" dt="2026-09-20T21:04:19.653" v="942" actId="478"/>
          <ac:spMkLst>
            <pc:docMk/>
            <pc:sldMk cId="2573710287" sldId="273"/>
            <ac:spMk id="30" creationId="{3C9B1434-01D5-5121-7E7A-F0313F035875}"/>
          </ac:spMkLst>
        </pc:spChg>
        <pc:spChg chg="add del mod">
          <ac:chgData name="Mendonca, Manav" userId="197372c1-700c-4eb3-8d40-dfced5489c07" providerId="ADAL" clId="{3273D19C-37D4-4DA3-BDDF-E33084292D6E}" dt="2026-09-20T21:06:48.517" v="972" actId="22"/>
          <ac:spMkLst>
            <pc:docMk/>
            <pc:sldMk cId="2573710287" sldId="273"/>
            <ac:spMk id="32" creationId="{08BDEB24-B5FF-EA01-F49D-14A5CACCD518}"/>
          </ac:spMkLst>
        </pc:spChg>
        <pc:spChg chg="del">
          <ac:chgData name="Mendonca, Manav" userId="197372c1-700c-4eb3-8d40-dfced5489c07" providerId="ADAL" clId="{3273D19C-37D4-4DA3-BDDF-E33084292D6E}" dt="2026-09-20T21:04:20.350" v="943" actId="478"/>
          <ac:spMkLst>
            <pc:docMk/>
            <pc:sldMk cId="2573710287" sldId="273"/>
            <ac:spMk id="34" creationId="{9A9F492C-FE51-C2E8-A641-70AF04316813}"/>
          </ac:spMkLst>
        </pc:spChg>
        <pc:spChg chg="add del mod">
          <ac:chgData name="Mendonca, Manav" userId="197372c1-700c-4eb3-8d40-dfced5489c07" providerId="ADAL" clId="{3273D19C-37D4-4DA3-BDDF-E33084292D6E}" dt="2026-09-20T21:06:48.517" v="972" actId="22"/>
          <ac:spMkLst>
            <pc:docMk/>
            <pc:sldMk cId="2573710287" sldId="273"/>
            <ac:spMk id="35" creationId="{41AD0354-8AFF-0ECE-72DE-9CA337516F3B}"/>
          </ac:spMkLst>
        </pc:spChg>
        <pc:spChg chg="add del mod">
          <ac:chgData name="Mendonca, Manav" userId="197372c1-700c-4eb3-8d40-dfced5489c07" providerId="ADAL" clId="{3273D19C-37D4-4DA3-BDDF-E33084292D6E}" dt="2026-09-20T21:06:48.517" v="972" actId="22"/>
          <ac:spMkLst>
            <pc:docMk/>
            <pc:sldMk cId="2573710287" sldId="273"/>
            <ac:spMk id="37" creationId="{99B8B5F6-4D62-F27F-FC79-ECE46C61337A}"/>
          </ac:spMkLst>
        </pc:spChg>
        <pc:spChg chg="del">
          <ac:chgData name="Mendonca, Manav" userId="197372c1-700c-4eb3-8d40-dfced5489c07" providerId="ADAL" clId="{3273D19C-37D4-4DA3-BDDF-E33084292D6E}" dt="2026-09-20T21:04:20.350" v="943" actId="478"/>
          <ac:spMkLst>
            <pc:docMk/>
            <pc:sldMk cId="2573710287" sldId="273"/>
            <ac:spMk id="38" creationId="{0DE419E3-503E-08CD-3736-405D7CABB8F0}"/>
          </ac:spMkLst>
        </pc:spChg>
        <pc:spChg chg="add del mod">
          <ac:chgData name="Mendonca, Manav" userId="197372c1-700c-4eb3-8d40-dfced5489c07" providerId="ADAL" clId="{3273D19C-37D4-4DA3-BDDF-E33084292D6E}" dt="2026-09-20T21:06:48.517" v="972" actId="22"/>
          <ac:spMkLst>
            <pc:docMk/>
            <pc:sldMk cId="2573710287" sldId="273"/>
            <ac:spMk id="40" creationId="{6143CEB2-09CD-9DEB-7F2B-CF3B43231E02}"/>
          </ac:spMkLst>
        </pc:spChg>
        <pc:spChg chg="add del mod">
          <ac:chgData name="Mendonca, Manav" userId="197372c1-700c-4eb3-8d40-dfced5489c07" providerId="ADAL" clId="{3273D19C-37D4-4DA3-BDDF-E33084292D6E}" dt="2026-09-20T21:06:48.517" v="972" actId="22"/>
          <ac:spMkLst>
            <pc:docMk/>
            <pc:sldMk cId="2573710287" sldId="273"/>
            <ac:spMk id="42" creationId="{9437A389-2D3D-3A74-8A50-E73EBED7BEF2}"/>
          </ac:spMkLst>
        </pc:spChg>
        <pc:spChg chg="add del mod">
          <ac:chgData name="Mendonca, Manav" userId="197372c1-700c-4eb3-8d40-dfced5489c07" providerId="ADAL" clId="{3273D19C-37D4-4DA3-BDDF-E33084292D6E}" dt="2026-09-20T21:06:48.517" v="972" actId="22"/>
          <ac:spMkLst>
            <pc:docMk/>
            <pc:sldMk cId="2573710287" sldId="273"/>
            <ac:spMk id="44" creationId="{7EAFC5C4-1BC7-679E-219C-0F4F2183F9DB}"/>
          </ac:spMkLst>
        </pc:spChg>
        <pc:spChg chg="add mod">
          <ac:chgData name="Mendonca, Manav" userId="197372c1-700c-4eb3-8d40-dfced5489c07" providerId="ADAL" clId="{3273D19C-37D4-4DA3-BDDF-E33084292D6E}" dt="2026-09-20T21:06:56.748" v="974" actId="1076"/>
          <ac:spMkLst>
            <pc:docMk/>
            <pc:sldMk cId="2573710287" sldId="273"/>
            <ac:spMk id="46" creationId="{05B2FC38-45CD-3D96-568F-3009FDBCD472}"/>
          </ac:spMkLst>
        </pc:spChg>
        <pc:spChg chg="add mod">
          <ac:chgData name="Mendonca, Manav" userId="197372c1-700c-4eb3-8d40-dfced5489c07" providerId="ADAL" clId="{3273D19C-37D4-4DA3-BDDF-E33084292D6E}" dt="2026-09-20T21:07:04.189" v="975" actId="2711"/>
          <ac:spMkLst>
            <pc:docMk/>
            <pc:sldMk cId="2573710287" sldId="273"/>
            <ac:spMk id="50" creationId="{048EA58F-5101-42EB-C84F-65F14C218DDC}"/>
          </ac:spMkLst>
        </pc:spChg>
        <pc:spChg chg="add mod">
          <ac:chgData name="Mendonca, Manav" userId="197372c1-700c-4eb3-8d40-dfced5489c07" providerId="ADAL" clId="{3273D19C-37D4-4DA3-BDDF-E33084292D6E}" dt="2026-09-20T21:07:36.392" v="980" actId="207"/>
          <ac:spMkLst>
            <pc:docMk/>
            <pc:sldMk cId="2573710287" sldId="273"/>
            <ac:spMk id="52" creationId="{B6365AA1-74B9-C37F-74FF-1A7086B3F988}"/>
          </ac:spMkLst>
        </pc:spChg>
        <pc:spChg chg="add mod">
          <ac:chgData name="Mendonca, Manav" userId="197372c1-700c-4eb3-8d40-dfced5489c07" providerId="ADAL" clId="{3273D19C-37D4-4DA3-BDDF-E33084292D6E}" dt="2026-09-20T21:07:24.207" v="977" actId="207"/>
          <ac:spMkLst>
            <pc:docMk/>
            <pc:sldMk cId="2573710287" sldId="273"/>
            <ac:spMk id="54" creationId="{F0374B19-79B3-82F3-2FF5-972CE24C4F11}"/>
          </ac:spMkLst>
        </pc:spChg>
        <pc:spChg chg="add mod">
          <ac:chgData name="Mendonca, Manav" userId="197372c1-700c-4eb3-8d40-dfced5489c07" providerId="ADAL" clId="{3273D19C-37D4-4DA3-BDDF-E33084292D6E}" dt="2026-09-20T21:07:39.410" v="981" actId="207"/>
          <ac:spMkLst>
            <pc:docMk/>
            <pc:sldMk cId="2573710287" sldId="273"/>
            <ac:spMk id="56" creationId="{D0C17CB7-3FB1-19DC-613D-E42DE61D40BB}"/>
          </ac:spMkLst>
        </pc:spChg>
        <pc:spChg chg="add mod">
          <ac:chgData name="Mendonca, Manav" userId="197372c1-700c-4eb3-8d40-dfced5489c07" providerId="ADAL" clId="{3273D19C-37D4-4DA3-BDDF-E33084292D6E}" dt="2026-09-20T21:07:24.207" v="977" actId="207"/>
          <ac:spMkLst>
            <pc:docMk/>
            <pc:sldMk cId="2573710287" sldId="273"/>
            <ac:spMk id="58" creationId="{DEBF0E07-C142-2B03-22C3-005C62004604}"/>
          </ac:spMkLst>
        </pc:spChg>
        <pc:spChg chg="add mod">
          <ac:chgData name="Mendonca, Manav" userId="197372c1-700c-4eb3-8d40-dfced5489c07" providerId="ADAL" clId="{3273D19C-37D4-4DA3-BDDF-E33084292D6E}" dt="2026-09-20T21:07:54.173" v="982" actId="207"/>
          <ac:spMkLst>
            <pc:docMk/>
            <pc:sldMk cId="2573710287" sldId="273"/>
            <ac:spMk id="60" creationId="{425AE6BC-BD01-0957-2A21-91C53A3E5FE6}"/>
          </ac:spMkLst>
        </pc:spChg>
        <pc:spChg chg="add mod">
          <ac:chgData name="Mendonca, Manav" userId="197372c1-700c-4eb3-8d40-dfced5489c07" providerId="ADAL" clId="{3273D19C-37D4-4DA3-BDDF-E33084292D6E}" dt="2026-09-20T21:07:24.207" v="977" actId="207"/>
          <ac:spMkLst>
            <pc:docMk/>
            <pc:sldMk cId="2573710287" sldId="273"/>
            <ac:spMk id="62" creationId="{25C7A93C-E2E7-F83C-8112-CCD57F514960}"/>
          </ac:spMkLst>
        </pc:spChg>
        <pc:spChg chg="add mod">
          <ac:chgData name="Mendonca, Manav" userId="197372c1-700c-4eb3-8d40-dfced5489c07" providerId="ADAL" clId="{3273D19C-37D4-4DA3-BDDF-E33084292D6E}" dt="2026-09-20T21:07:31.678" v="979" actId="1076"/>
          <ac:spMkLst>
            <pc:docMk/>
            <pc:sldMk cId="2573710287" sldId="273"/>
            <ac:spMk id="64" creationId="{E1F53321-E482-6CE2-FD64-01059E6E2085}"/>
          </ac:spMkLst>
        </pc:spChg>
        <pc:picChg chg="del">
          <ac:chgData name="Mendonca, Manav" userId="197372c1-700c-4eb3-8d40-dfced5489c07" providerId="ADAL" clId="{3273D19C-37D4-4DA3-BDDF-E33084292D6E}" dt="2026-09-20T21:04:18.100" v="941" actId="478"/>
          <ac:picMkLst>
            <pc:docMk/>
            <pc:sldMk cId="2573710287" sldId="273"/>
            <ac:picMk id="6" creationId="{5B47F9FE-FC85-0928-94B8-0D42414DF5E2}"/>
          </ac:picMkLst>
        </pc:picChg>
        <pc:picChg chg="del">
          <ac:chgData name="Mendonca, Manav" userId="197372c1-700c-4eb3-8d40-dfced5489c07" providerId="ADAL" clId="{3273D19C-37D4-4DA3-BDDF-E33084292D6E}" dt="2026-09-20T21:04:18.100" v="941" actId="478"/>
          <ac:picMkLst>
            <pc:docMk/>
            <pc:sldMk cId="2573710287" sldId="273"/>
            <ac:picMk id="10" creationId="{A4C5FD94-ACD8-EC46-DA9B-38FA08FC1BB1}"/>
          </ac:picMkLst>
        </pc:picChg>
        <pc:picChg chg="add mod">
          <ac:chgData name="Mendonca, Manav" userId="197372c1-700c-4eb3-8d40-dfced5489c07" providerId="ADAL" clId="{3273D19C-37D4-4DA3-BDDF-E33084292D6E}" dt="2026-09-20T21:06:56.748" v="974" actId="1076"/>
          <ac:picMkLst>
            <pc:docMk/>
            <pc:sldMk cId="2573710287" sldId="273"/>
            <ac:picMk id="48" creationId="{BA249C9E-22DD-E8A1-8A9E-0E6EE504C101}"/>
          </ac:picMkLst>
        </pc:picChg>
      </pc:sldChg>
      <pc:sldChg chg="addSp delSp modSp new mod">
        <pc:chgData name="Mendonca, Manav" userId="197372c1-700c-4eb3-8d40-dfced5489c07" providerId="ADAL" clId="{3273D19C-37D4-4DA3-BDDF-E33084292D6E}" dt="2026-09-20T21:14:02.035" v="1221" actId="20577"/>
        <pc:sldMkLst>
          <pc:docMk/>
          <pc:sldMk cId="4046616845" sldId="274"/>
        </pc:sldMkLst>
        <pc:spChg chg="mod">
          <ac:chgData name="Mendonca, Manav" userId="197372c1-700c-4eb3-8d40-dfced5489c07" providerId="ADAL" clId="{3273D19C-37D4-4DA3-BDDF-E33084292D6E}" dt="2026-09-20T21:08:56.396" v="992"/>
          <ac:spMkLst>
            <pc:docMk/>
            <pc:sldMk cId="4046616845" sldId="274"/>
            <ac:spMk id="2" creationId="{D888E92C-9757-6DF7-CC2B-1879889852F3}"/>
          </ac:spMkLst>
        </pc:spChg>
        <pc:spChg chg="del">
          <ac:chgData name="Mendonca, Manav" userId="197372c1-700c-4eb3-8d40-dfced5489c07" providerId="ADAL" clId="{3273D19C-37D4-4DA3-BDDF-E33084292D6E}" dt="2026-09-20T21:08:59.718" v="993" actId="478"/>
          <ac:spMkLst>
            <pc:docMk/>
            <pc:sldMk cId="4046616845" sldId="274"/>
            <ac:spMk id="3" creationId="{310C15A2-9145-7623-459B-5C0EBBB9028B}"/>
          </ac:spMkLst>
        </pc:spChg>
        <pc:spChg chg="add del">
          <ac:chgData name="Mendonca, Manav" userId="197372c1-700c-4eb3-8d40-dfced5489c07" providerId="ADAL" clId="{3273D19C-37D4-4DA3-BDDF-E33084292D6E}" dt="2026-09-20T21:13:34.181" v="1173" actId="22"/>
          <ac:spMkLst>
            <pc:docMk/>
            <pc:sldMk cId="4046616845" sldId="274"/>
            <ac:spMk id="6" creationId="{95B3BEC0-BD1D-11C5-D658-99223DCE1F36}"/>
          </ac:spMkLst>
        </pc:spChg>
        <pc:spChg chg="add mod">
          <ac:chgData name="Mendonca, Manav" userId="197372c1-700c-4eb3-8d40-dfced5489c07" providerId="ADAL" clId="{3273D19C-37D4-4DA3-BDDF-E33084292D6E}" dt="2026-09-20T21:14:02.035" v="1221" actId="20577"/>
          <ac:spMkLst>
            <pc:docMk/>
            <pc:sldMk cId="4046616845" sldId="274"/>
            <ac:spMk id="8" creationId="{08D3E9A5-36CF-AB2C-4D1C-024169FC2E0B}"/>
          </ac:spMkLst>
        </pc:spChg>
        <pc:graphicFrameChg chg="add mod modGraphic">
          <ac:chgData name="Mendonca, Manav" userId="197372c1-700c-4eb3-8d40-dfced5489c07" providerId="ADAL" clId="{3273D19C-37D4-4DA3-BDDF-E33084292D6E}" dt="2026-09-20T21:13:23.967" v="1171" actId="1076"/>
          <ac:graphicFrameMkLst>
            <pc:docMk/>
            <pc:sldMk cId="4046616845" sldId="274"/>
            <ac:graphicFrameMk id="4" creationId="{7EF14399-3876-8124-605E-1C8BD4C90D22}"/>
          </ac:graphicFrameMkLst>
        </pc:graphicFrameChg>
      </pc:sldChg>
      <pc:sldChg chg="delSp modSp add mod">
        <pc:chgData name="Mendonca, Manav" userId="197372c1-700c-4eb3-8d40-dfced5489c07" providerId="ADAL" clId="{3273D19C-37D4-4DA3-BDDF-E33084292D6E}" dt="2026-09-20T21:16:46.352" v="1303"/>
        <pc:sldMkLst>
          <pc:docMk/>
          <pc:sldMk cId="3674556674" sldId="275"/>
        </pc:sldMkLst>
        <pc:spChg chg="mod">
          <ac:chgData name="Mendonca, Manav" userId="197372c1-700c-4eb3-8d40-dfced5489c07" providerId="ADAL" clId="{3273D19C-37D4-4DA3-BDDF-E33084292D6E}" dt="2026-09-20T21:14:41.146" v="1224"/>
          <ac:spMkLst>
            <pc:docMk/>
            <pc:sldMk cId="3674556674" sldId="275"/>
            <ac:spMk id="2" creationId="{6E3EBD2E-9169-B9E0-64E5-8A55D0ECAF9F}"/>
          </ac:spMkLst>
        </pc:spChg>
        <pc:spChg chg="del">
          <ac:chgData name="Mendonca, Manav" userId="197372c1-700c-4eb3-8d40-dfced5489c07" providerId="ADAL" clId="{3273D19C-37D4-4DA3-BDDF-E33084292D6E}" dt="2026-09-20T21:15:44.119" v="1271" actId="478"/>
          <ac:spMkLst>
            <pc:docMk/>
            <pc:sldMk cId="3674556674" sldId="275"/>
            <ac:spMk id="8" creationId="{E6705186-A032-341D-F176-9EB3E514B4EA}"/>
          </ac:spMkLst>
        </pc:spChg>
        <pc:graphicFrameChg chg="mod modGraphic">
          <ac:chgData name="Mendonca, Manav" userId="197372c1-700c-4eb3-8d40-dfced5489c07" providerId="ADAL" clId="{3273D19C-37D4-4DA3-BDDF-E33084292D6E}" dt="2026-09-20T21:16:46.352" v="1303"/>
          <ac:graphicFrameMkLst>
            <pc:docMk/>
            <pc:sldMk cId="3674556674" sldId="275"/>
            <ac:graphicFrameMk id="4" creationId="{111FAFF5-5BB1-FCC4-DBCE-93261A739FF8}"/>
          </ac:graphicFrameMkLst>
        </pc:graphicFrameChg>
      </pc:sldChg>
      <pc:sldChg chg="modSp add mod ord">
        <pc:chgData name="Mendonca, Manav" userId="197372c1-700c-4eb3-8d40-dfced5489c07" providerId="ADAL" clId="{3273D19C-37D4-4DA3-BDDF-E33084292D6E}" dt="2026-09-20T21:19:16.211" v="1439" actId="20577"/>
        <pc:sldMkLst>
          <pc:docMk/>
          <pc:sldMk cId="594391079" sldId="276"/>
        </pc:sldMkLst>
        <pc:spChg chg="mod">
          <ac:chgData name="Mendonca, Manav" userId="197372c1-700c-4eb3-8d40-dfced5489c07" providerId="ADAL" clId="{3273D19C-37D4-4DA3-BDDF-E33084292D6E}" dt="2026-09-20T21:17:48.053" v="1341" actId="20577"/>
          <ac:spMkLst>
            <pc:docMk/>
            <pc:sldMk cId="594391079" sldId="276"/>
            <ac:spMk id="2" creationId="{9B6BE168-9187-07F7-DBDB-F22E0D6DDAC3}"/>
          </ac:spMkLst>
        </pc:spChg>
        <pc:graphicFrameChg chg="mod modGraphic">
          <ac:chgData name="Mendonca, Manav" userId="197372c1-700c-4eb3-8d40-dfced5489c07" providerId="ADAL" clId="{3273D19C-37D4-4DA3-BDDF-E33084292D6E}" dt="2026-09-20T21:19:16.211" v="1439" actId="20577"/>
          <ac:graphicFrameMkLst>
            <pc:docMk/>
            <pc:sldMk cId="594391079" sldId="276"/>
            <ac:graphicFrameMk id="4" creationId="{2E0375B3-2E8E-C20C-F9B0-38AFBD0A283B}"/>
          </ac:graphicFrameMkLst>
        </pc:graphicFrameChg>
      </pc:sldChg>
      <pc:sldMasterChg chg="delSp mod setBg delSldLayout modSldLayout">
        <pc:chgData name="Mendonca, Manav" userId="197372c1-700c-4eb3-8d40-dfced5489c07" providerId="ADAL" clId="{3273D19C-37D4-4DA3-BDDF-E33084292D6E}" dt="2026-09-20T21:17:39.061" v="1308" actId="47"/>
        <pc:sldMasterMkLst>
          <pc:docMk/>
          <pc:sldMasterMk cId="1215523248" sldId="2147483650"/>
        </pc:sldMasterMkLst>
        <pc:spChg chg="del">
          <ac:chgData name="Mendonca, Manav" userId="197372c1-700c-4eb3-8d40-dfced5489c07" providerId="ADAL" clId="{3273D19C-37D4-4DA3-BDDF-E33084292D6E}" dt="2026-09-20T20:49:33.016" v="685" actId="478"/>
          <ac:spMkLst>
            <pc:docMk/>
            <pc:sldMasterMk cId="1215523248" sldId="2147483650"/>
            <ac:spMk id="8" creationId="{5F143C14-E680-3360-0E4D-DA502AF50E85}"/>
          </ac:spMkLst>
        </pc:spChg>
        <pc:sldLayoutChg chg="setBg">
          <pc:chgData name="Mendonca, Manav" userId="197372c1-700c-4eb3-8d40-dfced5489c07" providerId="ADAL" clId="{3273D19C-37D4-4DA3-BDDF-E33084292D6E}" dt="2026-09-20T20:42:53.268" v="406"/>
          <pc:sldLayoutMkLst>
            <pc:docMk/>
            <pc:sldMasterMk cId="1215523248" sldId="2147483650"/>
            <pc:sldLayoutMk cId="152290134" sldId="2147483651"/>
          </pc:sldLayoutMkLst>
        </pc:sldLayoutChg>
        <pc:sldLayoutChg chg="setBg">
          <pc:chgData name="Mendonca, Manav" userId="197372c1-700c-4eb3-8d40-dfced5489c07" providerId="ADAL" clId="{3273D19C-37D4-4DA3-BDDF-E33084292D6E}" dt="2026-09-20T20:42:53.268" v="406"/>
          <pc:sldLayoutMkLst>
            <pc:docMk/>
            <pc:sldMasterMk cId="1215523248" sldId="2147483650"/>
            <pc:sldLayoutMk cId="1549816704" sldId="2147483653"/>
          </pc:sldLayoutMkLst>
        </pc:sldLayoutChg>
        <pc:sldLayoutChg chg="setBg">
          <pc:chgData name="Mendonca, Manav" userId="197372c1-700c-4eb3-8d40-dfced5489c07" providerId="ADAL" clId="{3273D19C-37D4-4DA3-BDDF-E33084292D6E}" dt="2026-09-20T20:42:53.268" v="406"/>
          <pc:sldLayoutMkLst>
            <pc:docMk/>
            <pc:sldMasterMk cId="1215523248" sldId="2147483650"/>
            <pc:sldLayoutMk cId="119699842" sldId="2147483654"/>
          </pc:sldLayoutMkLst>
        </pc:sldLayoutChg>
        <pc:sldLayoutChg chg="setBg">
          <pc:chgData name="Mendonca, Manav" userId="197372c1-700c-4eb3-8d40-dfced5489c07" providerId="ADAL" clId="{3273D19C-37D4-4DA3-BDDF-E33084292D6E}" dt="2026-09-20T20:42:53.268" v="406"/>
          <pc:sldLayoutMkLst>
            <pc:docMk/>
            <pc:sldMasterMk cId="1215523248" sldId="2147483650"/>
            <pc:sldLayoutMk cId="1748634176" sldId="2147483655"/>
          </pc:sldLayoutMkLst>
        </pc:sldLayoutChg>
        <pc:sldLayoutChg chg="setBg">
          <pc:chgData name="Mendonca, Manav" userId="197372c1-700c-4eb3-8d40-dfced5489c07" providerId="ADAL" clId="{3273D19C-37D4-4DA3-BDDF-E33084292D6E}" dt="2026-09-20T20:42:53.268" v="406"/>
          <pc:sldLayoutMkLst>
            <pc:docMk/>
            <pc:sldMasterMk cId="1215523248" sldId="2147483650"/>
            <pc:sldLayoutMk cId="2425881519" sldId="2147483656"/>
          </pc:sldLayoutMkLst>
        </pc:sldLayoutChg>
        <pc:sldLayoutChg chg="setBg">
          <pc:chgData name="Mendonca, Manav" userId="197372c1-700c-4eb3-8d40-dfced5489c07" providerId="ADAL" clId="{3273D19C-37D4-4DA3-BDDF-E33084292D6E}" dt="2026-09-20T20:42:53.268" v="406"/>
          <pc:sldLayoutMkLst>
            <pc:docMk/>
            <pc:sldMasterMk cId="1215523248" sldId="2147483650"/>
            <pc:sldLayoutMk cId="2994848953" sldId="2147483657"/>
          </pc:sldLayoutMkLst>
        </pc:sldLayoutChg>
        <pc:sldLayoutChg chg="addSp delSp modSp mod">
          <pc:chgData name="Mendonca, Manav" userId="197372c1-700c-4eb3-8d40-dfced5489c07" providerId="ADAL" clId="{3273D19C-37D4-4DA3-BDDF-E33084292D6E}" dt="2026-09-20T20:49:28.183" v="684"/>
          <pc:sldLayoutMkLst>
            <pc:docMk/>
            <pc:sldMasterMk cId="1215523248" sldId="2147483650"/>
            <pc:sldLayoutMk cId="4175695695" sldId="2147483659"/>
          </pc:sldLayoutMkLst>
          <pc:spChg chg="add del mod">
            <ac:chgData name="Mendonca, Manav" userId="197372c1-700c-4eb3-8d40-dfced5489c07" providerId="ADAL" clId="{3273D19C-37D4-4DA3-BDDF-E33084292D6E}" dt="2026-09-20T20:49:28.183" v="684"/>
            <ac:spMkLst>
              <pc:docMk/>
              <pc:sldMasterMk cId="1215523248" sldId="2147483650"/>
              <pc:sldLayoutMk cId="4175695695" sldId="2147483659"/>
              <ac:spMk id="4" creationId="{1F1360F2-6116-DD9A-E1FC-A499AB11CD85}"/>
            </ac:spMkLst>
          </pc:spChg>
        </pc:sldLayoutChg>
        <pc:sldLayoutChg chg="setBg">
          <pc:chgData name="Mendonca, Manav" userId="197372c1-700c-4eb3-8d40-dfced5489c07" providerId="ADAL" clId="{3273D19C-37D4-4DA3-BDDF-E33084292D6E}" dt="2026-09-20T20:42:53.268" v="406"/>
          <pc:sldLayoutMkLst>
            <pc:docMk/>
            <pc:sldMasterMk cId="1215523248" sldId="2147483650"/>
            <pc:sldLayoutMk cId="4191816103" sldId="2147483669"/>
          </pc:sldLayoutMkLst>
        </pc:sldLayoutChg>
        <pc:sldLayoutChg chg="setBg">
          <pc:chgData name="Mendonca, Manav" userId="197372c1-700c-4eb3-8d40-dfced5489c07" providerId="ADAL" clId="{3273D19C-37D4-4DA3-BDDF-E33084292D6E}" dt="2026-09-20T20:42:53.268" v="406"/>
          <pc:sldLayoutMkLst>
            <pc:docMk/>
            <pc:sldMasterMk cId="1215523248" sldId="2147483650"/>
            <pc:sldLayoutMk cId="1985650930" sldId="2147483670"/>
          </pc:sldLayoutMkLst>
        </pc:sldLayoutChg>
        <pc:sldLayoutChg chg="setBg">
          <pc:chgData name="Mendonca, Manav" userId="197372c1-700c-4eb3-8d40-dfced5489c07" providerId="ADAL" clId="{3273D19C-37D4-4DA3-BDDF-E33084292D6E}" dt="2026-09-20T20:42:53.268" v="406"/>
          <pc:sldLayoutMkLst>
            <pc:docMk/>
            <pc:sldMasterMk cId="1215523248" sldId="2147483650"/>
            <pc:sldLayoutMk cId="3572741293" sldId="2147483671"/>
          </pc:sldLayoutMkLst>
        </pc:sldLayoutChg>
        <pc:sldLayoutChg chg="setBg">
          <pc:chgData name="Mendonca, Manav" userId="197372c1-700c-4eb3-8d40-dfced5489c07" providerId="ADAL" clId="{3273D19C-37D4-4DA3-BDDF-E33084292D6E}" dt="2026-09-20T20:42:53.268" v="406"/>
          <pc:sldLayoutMkLst>
            <pc:docMk/>
            <pc:sldMasterMk cId="1215523248" sldId="2147483650"/>
            <pc:sldLayoutMk cId="1867036300" sldId="2147483676"/>
          </pc:sldLayoutMkLst>
        </pc:sldLayoutChg>
        <pc:sldLayoutChg chg="setBg">
          <pc:chgData name="Mendonca, Manav" userId="197372c1-700c-4eb3-8d40-dfced5489c07" providerId="ADAL" clId="{3273D19C-37D4-4DA3-BDDF-E33084292D6E}" dt="2026-09-20T20:42:53.268" v="406"/>
          <pc:sldLayoutMkLst>
            <pc:docMk/>
            <pc:sldMasterMk cId="1215523248" sldId="2147483650"/>
            <pc:sldLayoutMk cId="1786987539" sldId="2147483677"/>
          </pc:sldLayoutMkLst>
        </pc:sldLayoutChg>
        <pc:sldLayoutChg chg="del">
          <pc:chgData name="Mendonca, Manav" userId="197372c1-700c-4eb3-8d40-dfced5489c07" providerId="ADAL" clId="{3273D19C-37D4-4DA3-BDDF-E33084292D6E}" dt="2026-09-20T21:17:39.061" v="1308" actId="47"/>
          <pc:sldLayoutMkLst>
            <pc:docMk/>
            <pc:sldMasterMk cId="1215523248" sldId="2147483650"/>
            <pc:sldLayoutMk cId="2663600315" sldId="2147483678"/>
          </pc:sldLayoutMkLst>
        </pc:sldLayoutChg>
      </pc:sldMaster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#2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4"/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4">
        <a:tint val="75000"/>
      </a:schemeClr>
      <a:schemeClr val="accent5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BE3383-144B-4878-9005-60B7007B0113}" type="doc">
      <dgm:prSet loTypeId="urn:microsoft.com/office/officeart/2005/8/layout/list1" loCatId="list" qsTypeId="urn:microsoft.com/office/officeart/2005/8/quickstyle/simple1#7" qsCatId="simple" csTypeId="urn:microsoft.com/office/officeart/2005/8/colors/colorful2#3" csCatId="colorful" phldr="1"/>
      <dgm:spPr/>
      <dgm:t>
        <a:bodyPr/>
        <a:lstStyle/>
        <a:p>
          <a:endParaRPr lang="en-US"/>
        </a:p>
      </dgm:t>
    </dgm:pt>
    <dgm:pt modelId="{D16EBF1D-E09F-4C0E-BBCA-F7ED8EE1B55B}">
      <dgm:prSet/>
      <dgm:spPr/>
      <dgm:t>
        <a:bodyPr/>
        <a:lstStyle/>
        <a:p>
          <a:r>
            <a:rPr lang="en-US" dirty="0"/>
            <a:t>Problem</a:t>
          </a:r>
        </a:p>
      </dgm:t>
    </dgm:pt>
    <dgm:pt modelId="{F3DEAA8A-0A81-4383-AAE8-D89827C2EB90}" type="parTrans" cxnId="{9BB97CD3-878B-4CAF-85AA-A1EF537CC748}">
      <dgm:prSet/>
      <dgm:spPr/>
      <dgm:t>
        <a:bodyPr/>
        <a:lstStyle/>
        <a:p>
          <a:endParaRPr lang="en-US"/>
        </a:p>
      </dgm:t>
    </dgm:pt>
    <dgm:pt modelId="{B39FC11E-791D-4B80-A5EC-40D2C766E72A}" type="sibTrans" cxnId="{9BB97CD3-878B-4CAF-85AA-A1EF537CC748}">
      <dgm:prSet/>
      <dgm:spPr/>
      <dgm:t>
        <a:bodyPr/>
        <a:lstStyle/>
        <a:p>
          <a:endParaRPr lang="en-US"/>
        </a:p>
      </dgm:t>
    </dgm:pt>
    <dgm:pt modelId="{B4E38840-4554-47AE-B185-53F97FF84021}">
      <dgm:prSet/>
      <dgm:spPr/>
      <dgm:t>
        <a:bodyPr/>
        <a:lstStyle/>
        <a:p>
          <a:pPr>
            <a:buNone/>
          </a:pPr>
          <a:r>
            <a:rPr lang="en-US" dirty="0"/>
            <a:t>Traditional response models find likely buyers. Marketing teams need to know whose behavior changes because of a campaign, which treatment to send, and what to say when budgets limit contact volume.</a:t>
          </a:r>
        </a:p>
      </dgm:t>
    </dgm:pt>
    <dgm:pt modelId="{B0E1C701-0263-43CD-8387-B6C903DEA6E0}" type="parTrans" cxnId="{68EEB69C-2766-4160-A3D8-B75E95D1E2F8}">
      <dgm:prSet/>
      <dgm:spPr/>
      <dgm:t>
        <a:bodyPr/>
        <a:lstStyle/>
        <a:p>
          <a:endParaRPr lang="en-US"/>
        </a:p>
      </dgm:t>
    </dgm:pt>
    <dgm:pt modelId="{87CBB398-0208-4BE1-826A-BEC38C8A7E42}" type="sibTrans" cxnId="{68EEB69C-2766-4160-A3D8-B75E95D1E2F8}">
      <dgm:prSet/>
      <dgm:spPr/>
      <dgm:t>
        <a:bodyPr/>
        <a:lstStyle/>
        <a:p>
          <a:endParaRPr lang="en-US"/>
        </a:p>
      </dgm:t>
    </dgm:pt>
    <dgm:pt modelId="{03D68D5C-71DB-49A3-B8FF-5E40BBC0E753}">
      <dgm:prSet/>
      <dgm:spPr/>
      <dgm:t>
        <a:bodyPr/>
        <a:lstStyle/>
        <a:p>
          <a:r>
            <a:rPr lang="en-US" dirty="0"/>
            <a:t>Our Solution</a:t>
          </a:r>
        </a:p>
      </dgm:t>
    </dgm:pt>
    <dgm:pt modelId="{FE761E03-E408-4D92-B069-8C64098D2A3E}" type="parTrans" cxnId="{C73889F7-AEA1-4740-AF3C-11A8C8C7DDF1}">
      <dgm:prSet/>
      <dgm:spPr/>
      <dgm:t>
        <a:bodyPr/>
        <a:lstStyle/>
        <a:p>
          <a:endParaRPr lang="en-US"/>
        </a:p>
      </dgm:t>
    </dgm:pt>
    <dgm:pt modelId="{4F7A8331-7F93-4F13-A256-38CF17495838}" type="sibTrans" cxnId="{C73889F7-AEA1-4740-AF3C-11A8C8C7DDF1}">
      <dgm:prSet/>
      <dgm:spPr/>
      <dgm:t>
        <a:bodyPr/>
        <a:lstStyle/>
        <a:p>
          <a:endParaRPr lang="en-US"/>
        </a:p>
      </dgm:t>
    </dgm:pt>
    <dgm:pt modelId="{BE0BB6F8-43E5-45D6-B4A2-B7C525D5D9B5}">
      <dgm:prSet/>
      <dgm:spPr/>
      <dgm:t>
        <a:bodyPr/>
        <a:lstStyle/>
        <a:p>
          <a:pPr>
            <a:buNone/>
          </a:pPr>
          <a:r>
            <a:rPr lang="en-US" dirty="0"/>
            <a:t>Integrate segmentation, causal uplift modeling, and generative AI into a reliable framework for campaign targeting and personalized communication under limited budgets.</a:t>
          </a:r>
        </a:p>
      </dgm:t>
    </dgm:pt>
    <dgm:pt modelId="{FEFFAE3B-70B4-4316-BC90-F48CDE4B21FC}" type="parTrans" cxnId="{78C8CDAD-AE05-44B3-85D3-EDE1974B13B0}">
      <dgm:prSet/>
      <dgm:spPr/>
      <dgm:t>
        <a:bodyPr/>
        <a:lstStyle/>
        <a:p>
          <a:endParaRPr lang="en-US"/>
        </a:p>
      </dgm:t>
    </dgm:pt>
    <dgm:pt modelId="{FE8653C2-1F08-4082-B165-FDB445DA1E8C}" type="sibTrans" cxnId="{78C8CDAD-AE05-44B3-85D3-EDE1974B13B0}">
      <dgm:prSet/>
      <dgm:spPr/>
      <dgm:t>
        <a:bodyPr/>
        <a:lstStyle/>
        <a:p>
          <a:endParaRPr lang="en-US"/>
        </a:p>
      </dgm:t>
    </dgm:pt>
    <dgm:pt modelId="{D97878D1-490E-48C2-8F85-3773ACAA1AD0}" type="pres">
      <dgm:prSet presAssocID="{E8BE3383-144B-4878-9005-60B7007B0113}" presName="linear" presStyleCnt="0">
        <dgm:presLayoutVars>
          <dgm:dir/>
          <dgm:animLvl val="lvl"/>
          <dgm:resizeHandles val="exact"/>
        </dgm:presLayoutVars>
      </dgm:prSet>
      <dgm:spPr/>
    </dgm:pt>
    <dgm:pt modelId="{3965BDA4-0192-4009-8C72-9659EAE2C50D}" type="pres">
      <dgm:prSet presAssocID="{D16EBF1D-E09F-4C0E-BBCA-F7ED8EE1B55B}" presName="parentLin" presStyleCnt="0"/>
      <dgm:spPr/>
    </dgm:pt>
    <dgm:pt modelId="{163260EF-A52A-4C1B-B312-F33F5F64DA20}" type="pres">
      <dgm:prSet presAssocID="{D16EBF1D-E09F-4C0E-BBCA-F7ED8EE1B55B}" presName="parentLeftMargin" presStyleLbl="node1" presStyleIdx="0" presStyleCnt="2"/>
      <dgm:spPr/>
    </dgm:pt>
    <dgm:pt modelId="{DD365B5D-1D6D-4234-BD42-E3E6C85CD1B8}" type="pres">
      <dgm:prSet presAssocID="{D16EBF1D-E09F-4C0E-BBCA-F7ED8EE1B55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A38BBF58-5224-45D9-AADB-45F289A6BA8C}" type="pres">
      <dgm:prSet presAssocID="{D16EBF1D-E09F-4C0E-BBCA-F7ED8EE1B55B}" presName="negativeSpace" presStyleCnt="0"/>
      <dgm:spPr/>
    </dgm:pt>
    <dgm:pt modelId="{7B476790-C5AF-42CE-8ED5-3E90E05EC4D4}" type="pres">
      <dgm:prSet presAssocID="{D16EBF1D-E09F-4C0E-BBCA-F7ED8EE1B55B}" presName="childText" presStyleLbl="conFgAcc1" presStyleIdx="0" presStyleCnt="2">
        <dgm:presLayoutVars>
          <dgm:bulletEnabled val="1"/>
        </dgm:presLayoutVars>
      </dgm:prSet>
      <dgm:spPr/>
    </dgm:pt>
    <dgm:pt modelId="{3509ACC8-3F7F-4184-8CE0-9307E43237D0}" type="pres">
      <dgm:prSet presAssocID="{B39FC11E-791D-4B80-A5EC-40D2C766E72A}" presName="spaceBetweenRectangles" presStyleCnt="0"/>
      <dgm:spPr/>
    </dgm:pt>
    <dgm:pt modelId="{6C7F1157-65F9-471F-9436-F829C416B821}" type="pres">
      <dgm:prSet presAssocID="{03D68D5C-71DB-49A3-B8FF-5E40BBC0E753}" presName="parentLin" presStyleCnt="0"/>
      <dgm:spPr/>
    </dgm:pt>
    <dgm:pt modelId="{3E252391-3071-482B-BF99-073B5F03F8EB}" type="pres">
      <dgm:prSet presAssocID="{03D68D5C-71DB-49A3-B8FF-5E40BBC0E753}" presName="parentLeftMargin" presStyleLbl="node1" presStyleIdx="0" presStyleCnt="2"/>
      <dgm:spPr/>
    </dgm:pt>
    <dgm:pt modelId="{356586AF-B4A7-4CFF-888D-732C6DBA0AA3}" type="pres">
      <dgm:prSet presAssocID="{03D68D5C-71DB-49A3-B8FF-5E40BBC0E753}" presName="parentText" presStyleLbl="node1" presStyleIdx="1" presStyleCnt="2" custLinFactNeighborY="15399">
        <dgm:presLayoutVars>
          <dgm:chMax val="0"/>
          <dgm:bulletEnabled val="1"/>
        </dgm:presLayoutVars>
      </dgm:prSet>
      <dgm:spPr/>
    </dgm:pt>
    <dgm:pt modelId="{2591A2C8-13BB-4EEC-B6CF-F00B45AA5F6D}" type="pres">
      <dgm:prSet presAssocID="{03D68D5C-71DB-49A3-B8FF-5E40BBC0E753}" presName="negativeSpace" presStyleCnt="0"/>
      <dgm:spPr/>
    </dgm:pt>
    <dgm:pt modelId="{59AC864E-92E0-4426-8FE7-5D201950A9B0}" type="pres">
      <dgm:prSet presAssocID="{03D68D5C-71DB-49A3-B8FF-5E40BBC0E753}" presName="childText" presStyleLbl="conFgAcc1" presStyleIdx="1" presStyleCnt="2" custLinFactNeighborY="41905">
        <dgm:presLayoutVars>
          <dgm:bulletEnabled val="1"/>
        </dgm:presLayoutVars>
      </dgm:prSet>
      <dgm:spPr/>
    </dgm:pt>
  </dgm:ptLst>
  <dgm:cxnLst>
    <dgm:cxn modelId="{3F14AE00-2585-47B0-8FFA-5D67D27299DA}" type="presOf" srcId="{B4E38840-4554-47AE-B185-53F97FF84021}" destId="{7B476790-C5AF-42CE-8ED5-3E90E05EC4D4}" srcOrd="0" destOrd="0" presId="urn:microsoft.com/office/officeart/2005/8/layout/list1"/>
    <dgm:cxn modelId="{124CBC29-3EB6-4256-B677-935E050D0922}" type="presOf" srcId="{D16EBF1D-E09F-4C0E-BBCA-F7ED8EE1B55B}" destId="{DD365B5D-1D6D-4234-BD42-E3E6C85CD1B8}" srcOrd="1" destOrd="0" presId="urn:microsoft.com/office/officeart/2005/8/layout/list1"/>
    <dgm:cxn modelId="{FD36E335-E361-45E2-BA1C-97C9AB2118E4}" type="presOf" srcId="{E8BE3383-144B-4878-9005-60B7007B0113}" destId="{D97878D1-490E-48C2-8F85-3773ACAA1AD0}" srcOrd="0" destOrd="0" presId="urn:microsoft.com/office/officeart/2005/8/layout/list1"/>
    <dgm:cxn modelId="{C572AA39-006D-4B0A-9E13-6C600D680C7E}" type="presOf" srcId="{03D68D5C-71DB-49A3-B8FF-5E40BBC0E753}" destId="{3E252391-3071-482B-BF99-073B5F03F8EB}" srcOrd="0" destOrd="0" presId="urn:microsoft.com/office/officeart/2005/8/layout/list1"/>
    <dgm:cxn modelId="{7671C182-2464-4A1E-BD96-1201C18CEB56}" type="presOf" srcId="{BE0BB6F8-43E5-45D6-B4A2-B7C525D5D9B5}" destId="{59AC864E-92E0-4426-8FE7-5D201950A9B0}" srcOrd="0" destOrd="0" presId="urn:microsoft.com/office/officeart/2005/8/layout/list1"/>
    <dgm:cxn modelId="{387B2B95-18DF-4BF0-B6D8-C20BC92D820B}" type="presOf" srcId="{D16EBF1D-E09F-4C0E-BBCA-F7ED8EE1B55B}" destId="{163260EF-A52A-4C1B-B312-F33F5F64DA20}" srcOrd="0" destOrd="0" presId="urn:microsoft.com/office/officeart/2005/8/layout/list1"/>
    <dgm:cxn modelId="{68EEB69C-2766-4160-A3D8-B75E95D1E2F8}" srcId="{D16EBF1D-E09F-4C0E-BBCA-F7ED8EE1B55B}" destId="{B4E38840-4554-47AE-B185-53F97FF84021}" srcOrd="0" destOrd="0" parTransId="{B0E1C701-0263-43CD-8387-B6C903DEA6E0}" sibTransId="{87CBB398-0208-4BE1-826A-BEC38C8A7E42}"/>
    <dgm:cxn modelId="{78C8CDAD-AE05-44B3-85D3-EDE1974B13B0}" srcId="{03D68D5C-71DB-49A3-B8FF-5E40BBC0E753}" destId="{BE0BB6F8-43E5-45D6-B4A2-B7C525D5D9B5}" srcOrd="0" destOrd="0" parTransId="{FEFFAE3B-70B4-4316-BC90-F48CDE4B21FC}" sibTransId="{FE8653C2-1F08-4082-B165-FDB445DA1E8C}"/>
    <dgm:cxn modelId="{4031B4D1-126C-42FF-95E4-777573DADB65}" type="presOf" srcId="{03D68D5C-71DB-49A3-B8FF-5E40BBC0E753}" destId="{356586AF-B4A7-4CFF-888D-732C6DBA0AA3}" srcOrd="1" destOrd="0" presId="urn:microsoft.com/office/officeart/2005/8/layout/list1"/>
    <dgm:cxn modelId="{9BB97CD3-878B-4CAF-85AA-A1EF537CC748}" srcId="{E8BE3383-144B-4878-9005-60B7007B0113}" destId="{D16EBF1D-E09F-4C0E-BBCA-F7ED8EE1B55B}" srcOrd="0" destOrd="0" parTransId="{F3DEAA8A-0A81-4383-AAE8-D89827C2EB90}" sibTransId="{B39FC11E-791D-4B80-A5EC-40D2C766E72A}"/>
    <dgm:cxn modelId="{C73889F7-AEA1-4740-AF3C-11A8C8C7DDF1}" srcId="{E8BE3383-144B-4878-9005-60B7007B0113}" destId="{03D68D5C-71DB-49A3-B8FF-5E40BBC0E753}" srcOrd="1" destOrd="0" parTransId="{FE761E03-E408-4D92-B069-8C64098D2A3E}" sibTransId="{4F7A8331-7F93-4F13-A256-38CF17495838}"/>
    <dgm:cxn modelId="{D2CCE733-3F39-4A00-95C7-F50C2516116E}" type="presParOf" srcId="{D97878D1-490E-48C2-8F85-3773ACAA1AD0}" destId="{3965BDA4-0192-4009-8C72-9659EAE2C50D}" srcOrd="0" destOrd="0" presId="urn:microsoft.com/office/officeart/2005/8/layout/list1"/>
    <dgm:cxn modelId="{E29CCBB1-38F8-4E6A-85A1-00D3785FD795}" type="presParOf" srcId="{3965BDA4-0192-4009-8C72-9659EAE2C50D}" destId="{163260EF-A52A-4C1B-B312-F33F5F64DA20}" srcOrd="0" destOrd="0" presId="urn:microsoft.com/office/officeart/2005/8/layout/list1"/>
    <dgm:cxn modelId="{56F71129-0BFE-4BC1-944A-41C4909BBD42}" type="presParOf" srcId="{3965BDA4-0192-4009-8C72-9659EAE2C50D}" destId="{DD365B5D-1D6D-4234-BD42-E3E6C85CD1B8}" srcOrd="1" destOrd="0" presId="urn:microsoft.com/office/officeart/2005/8/layout/list1"/>
    <dgm:cxn modelId="{E77BB7A4-3907-4E5D-A275-8841641AD7FE}" type="presParOf" srcId="{D97878D1-490E-48C2-8F85-3773ACAA1AD0}" destId="{A38BBF58-5224-45D9-AADB-45F289A6BA8C}" srcOrd="1" destOrd="0" presId="urn:microsoft.com/office/officeart/2005/8/layout/list1"/>
    <dgm:cxn modelId="{A98C4A14-B729-4154-9A04-9C67D6782E0B}" type="presParOf" srcId="{D97878D1-490E-48C2-8F85-3773ACAA1AD0}" destId="{7B476790-C5AF-42CE-8ED5-3E90E05EC4D4}" srcOrd="2" destOrd="0" presId="urn:microsoft.com/office/officeart/2005/8/layout/list1"/>
    <dgm:cxn modelId="{ABFC9E19-6B3C-4E6C-9EBA-DA749628D060}" type="presParOf" srcId="{D97878D1-490E-48C2-8F85-3773ACAA1AD0}" destId="{3509ACC8-3F7F-4184-8CE0-9307E43237D0}" srcOrd="3" destOrd="0" presId="urn:microsoft.com/office/officeart/2005/8/layout/list1"/>
    <dgm:cxn modelId="{3B0874B8-7681-4B80-9392-FC0A8949357B}" type="presParOf" srcId="{D97878D1-490E-48C2-8F85-3773ACAA1AD0}" destId="{6C7F1157-65F9-471F-9436-F829C416B821}" srcOrd="4" destOrd="0" presId="urn:microsoft.com/office/officeart/2005/8/layout/list1"/>
    <dgm:cxn modelId="{6A00A70C-05E6-481B-BEF7-AC3906DB3BC5}" type="presParOf" srcId="{6C7F1157-65F9-471F-9436-F829C416B821}" destId="{3E252391-3071-482B-BF99-073B5F03F8EB}" srcOrd="0" destOrd="0" presId="urn:microsoft.com/office/officeart/2005/8/layout/list1"/>
    <dgm:cxn modelId="{8F71AC75-ACA0-460E-8BB0-6385FCCF49A5}" type="presParOf" srcId="{6C7F1157-65F9-471F-9436-F829C416B821}" destId="{356586AF-B4A7-4CFF-888D-732C6DBA0AA3}" srcOrd="1" destOrd="0" presId="urn:microsoft.com/office/officeart/2005/8/layout/list1"/>
    <dgm:cxn modelId="{71F1901A-9DE9-45AB-92AB-7E4FEF6BE219}" type="presParOf" srcId="{D97878D1-490E-48C2-8F85-3773ACAA1AD0}" destId="{2591A2C8-13BB-4EEC-B6CF-F00B45AA5F6D}" srcOrd="5" destOrd="0" presId="urn:microsoft.com/office/officeart/2005/8/layout/list1"/>
    <dgm:cxn modelId="{13C8093C-218A-4716-B8B9-F43C4AAE8F05}" type="presParOf" srcId="{D97878D1-490E-48C2-8F85-3773ACAA1AD0}" destId="{59AC864E-92E0-4426-8FE7-5D201950A9B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E9FCB8C-3B64-4C70-AA13-4A877C64E817}" type="doc">
      <dgm:prSet loTypeId="urn:microsoft.com/office/officeart/2005/8/layout/list1" loCatId="list" qsTypeId="urn:microsoft.com/office/officeart/2005/8/quickstyle/simple1#6" qsCatId="simple" csTypeId="urn:microsoft.com/office/officeart/2005/8/colors/colorful4#1" csCatId="colorful" phldr="1"/>
      <dgm:spPr/>
      <dgm:t>
        <a:bodyPr/>
        <a:lstStyle/>
        <a:p>
          <a:endParaRPr lang="en-US"/>
        </a:p>
      </dgm:t>
    </dgm:pt>
    <dgm:pt modelId="{AB5ED77B-B922-4A79-BA6D-9A473236C541}">
      <dgm:prSet/>
      <dgm:spPr/>
      <dgm:t>
        <a:bodyPr/>
        <a:lstStyle/>
        <a:p>
          <a:r>
            <a:rPr lang="en-US" dirty="0"/>
            <a:t>Customer Segmentation</a:t>
          </a:r>
        </a:p>
      </dgm:t>
    </dgm:pt>
    <dgm:pt modelId="{F889C79B-E0BB-4F06-9015-C7DC3B1CC55C}" type="parTrans" cxnId="{DDD3ECB4-70A6-49CF-8802-E46C00636A2F}">
      <dgm:prSet/>
      <dgm:spPr/>
      <dgm:t>
        <a:bodyPr/>
        <a:lstStyle/>
        <a:p>
          <a:endParaRPr lang="en-US"/>
        </a:p>
      </dgm:t>
    </dgm:pt>
    <dgm:pt modelId="{092806EB-0844-49A0-B836-EF108FA51665}" type="sibTrans" cxnId="{DDD3ECB4-70A6-49CF-8802-E46C00636A2F}">
      <dgm:prSet/>
      <dgm:spPr/>
      <dgm:t>
        <a:bodyPr/>
        <a:lstStyle/>
        <a:p>
          <a:endParaRPr lang="en-US"/>
        </a:p>
      </dgm:t>
    </dgm:pt>
    <dgm:pt modelId="{7604D830-018B-425B-BC4F-EDEBCB7A2AC1}">
      <dgm:prSet/>
      <dgm:spPr/>
      <dgm:t>
        <a:bodyPr/>
        <a:lstStyle/>
        <a:p>
          <a:pPr>
            <a:buNone/>
          </a:pPr>
          <a:r>
            <a:rPr lang="en-US" b="0" i="0">
              <a:latin typeface="Bitstream Charter"/>
              <a:ea typeface="Bitstream Charter"/>
              <a:cs typeface="Bitstream Charter"/>
            </a:rPr>
            <a:t>What distinct customer profiles emerge from historical behavior and prior channels, and how do their observed campaign responses differ?</a:t>
          </a:r>
          <a:endParaRPr lang="en-US" dirty="0"/>
        </a:p>
      </dgm:t>
    </dgm:pt>
    <dgm:pt modelId="{140DE06D-45FA-40CA-8E48-892574E2286B}" type="parTrans" cxnId="{F7CA2497-1D36-40EC-A276-017BC8550404}">
      <dgm:prSet/>
      <dgm:spPr/>
      <dgm:t>
        <a:bodyPr/>
        <a:lstStyle/>
        <a:p>
          <a:endParaRPr lang="en-US"/>
        </a:p>
      </dgm:t>
    </dgm:pt>
    <dgm:pt modelId="{F932358B-262E-4457-8E1E-EA82B7BA71ED}" type="sibTrans" cxnId="{F7CA2497-1D36-40EC-A276-017BC8550404}">
      <dgm:prSet/>
      <dgm:spPr/>
      <dgm:t>
        <a:bodyPr/>
        <a:lstStyle/>
        <a:p>
          <a:endParaRPr lang="en-US"/>
        </a:p>
      </dgm:t>
    </dgm:pt>
    <dgm:pt modelId="{2F2CEC69-05C9-4E48-A0BD-2133202F9F9E}">
      <dgm:prSet/>
      <dgm:spPr/>
      <dgm:t>
        <a:bodyPr/>
        <a:lstStyle/>
        <a:p>
          <a:r>
            <a:rPr lang="en-US" dirty="0"/>
            <a:t>Propensity vs Uplift</a:t>
          </a:r>
        </a:p>
      </dgm:t>
    </dgm:pt>
    <dgm:pt modelId="{9EE6D78B-3C80-4236-8FE1-C614E617F73E}" type="parTrans" cxnId="{B6DF77FD-1A08-4D4E-A1FB-165465B3533F}">
      <dgm:prSet/>
      <dgm:spPr/>
      <dgm:t>
        <a:bodyPr/>
        <a:lstStyle/>
        <a:p>
          <a:endParaRPr lang="en-US"/>
        </a:p>
      </dgm:t>
    </dgm:pt>
    <dgm:pt modelId="{F51059EF-F297-4CDE-B4EE-EAA82660D33C}" type="sibTrans" cxnId="{B6DF77FD-1A08-4D4E-A1FB-165465B3533F}">
      <dgm:prSet/>
      <dgm:spPr/>
      <dgm:t>
        <a:bodyPr/>
        <a:lstStyle/>
        <a:p>
          <a:endParaRPr lang="en-US"/>
        </a:p>
      </dgm:t>
    </dgm:pt>
    <dgm:pt modelId="{BDF4061A-2454-47F8-A1C5-B62B74BA7A4E}">
      <dgm:prSet/>
      <dgm:spPr/>
      <dgm:t>
        <a:bodyPr/>
        <a:lstStyle/>
        <a:p>
          <a:pPr>
            <a:buNone/>
          </a:pPr>
          <a:r>
            <a:rPr lang="en-US" b="0" i="0">
              <a:latin typeface="Bitstream Charter"/>
              <a:ea typeface="Bitstream Charter"/>
              <a:cs typeface="Bitstream Charter"/>
            </a:rPr>
            <a:t>How effectively does uplift modeling identify customers whose purchase probability changes because of an email campaign?</a:t>
          </a:r>
          <a:endParaRPr lang="en-US" dirty="0"/>
        </a:p>
      </dgm:t>
    </dgm:pt>
    <dgm:pt modelId="{97D940DE-65C1-42B1-932F-F002BE1E95AD}" type="parTrans" cxnId="{06F09F63-9944-4CCB-AD2C-3CFB93027BCD}">
      <dgm:prSet/>
      <dgm:spPr/>
      <dgm:t>
        <a:bodyPr/>
        <a:lstStyle/>
        <a:p>
          <a:endParaRPr lang="en-US"/>
        </a:p>
      </dgm:t>
    </dgm:pt>
    <dgm:pt modelId="{43A3D5E4-00E7-4D29-ACCE-3E24C90EF562}" type="sibTrans" cxnId="{06F09F63-9944-4CCB-AD2C-3CFB93027BCD}">
      <dgm:prSet/>
      <dgm:spPr/>
      <dgm:t>
        <a:bodyPr/>
        <a:lstStyle/>
        <a:p>
          <a:endParaRPr lang="en-US"/>
        </a:p>
      </dgm:t>
    </dgm:pt>
    <dgm:pt modelId="{C34F98C0-CA1E-409C-9E86-8257325F843E}">
      <dgm:prSet/>
      <dgm:spPr/>
      <dgm:t>
        <a:bodyPr/>
        <a:lstStyle/>
        <a:p>
          <a:r>
            <a:rPr lang="en-US" dirty="0"/>
            <a:t>Generative AI</a:t>
          </a:r>
        </a:p>
      </dgm:t>
    </dgm:pt>
    <dgm:pt modelId="{4EA9664E-C0F8-451D-AD19-84211B4E8C7F}" type="parTrans" cxnId="{372457DF-5302-4BFC-9C1F-EAD258FB001B}">
      <dgm:prSet/>
      <dgm:spPr/>
      <dgm:t>
        <a:bodyPr/>
        <a:lstStyle/>
        <a:p>
          <a:endParaRPr lang="en-US"/>
        </a:p>
      </dgm:t>
    </dgm:pt>
    <dgm:pt modelId="{45C0F591-F774-4046-BFED-03EF1202BF53}" type="sibTrans" cxnId="{372457DF-5302-4BFC-9C1F-EAD258FB001B}">
      <dgm:prSet/>
      <dgm:spPr/>
      <dgm:t>
        <a:bodyPr/>
        <a:lstStyle/>
        <a:p>
          <a:endParaRPr lang="en-US"/>
        </a:p>
      </dgm:t>
    </dgm:pt>
    <dgm:pt modelId="{C42625C5-C128-4451-9201-11941DE0648F}">
      <dgm:prSet/>
      <dgm:spPr/>
      <dgm:t>
        <a:bodyPr/>
        <a:lstStyle/>
        <a:p>
          <a:pPr>
            <a:buNone/>
          </a:pPr>
          <a:r>
            <a:rPr lang="en-US" b="0" i="0">
              <a:latin typeface="Bitstream Charter"/>
              <a:ea typeface="Bitstream Charter"/>
              <a:cs typeface="Bitstream Charter"/>
            </a:rPr>
            <a:t>Can GenAI turn uplift-based profiles and treatments into relevant, grounded, and treatment-aligned multi-step messages?</a:t>
          </a:r>
          <a:endParaRPr lang="en-US" dirty="0"/>
        </a:p>
      </dgm:t>
    </dgm:pt>
    <dgm:pt modelId="{40766406-F0E1-41F5-A940-C28DD112A8A7}" type="parTrans" cxnId="{C760BCE0-48E3-4A2F-9197-FFBF38CED54A}">
      <dgm:prSet/>
      <dgm:spPr/>
      <dgm:t>
        <a:bodyPr/>
        <a:lstStyle/>
        <a:p>
          <a:endParaRPr lang="en-US"/>
        </a:p>
      </dgm:t>
    </dgm:pt>
    <dgm:pt modelId="{A0EE34BA-F11E-47B2-89F0-B3E4FC64F560}" type="sibTrans" cxnId="{C760BCE0-48E3-4A2F-9197-FFBF38CED54A}">
      <dgm:prSet/>
      <dgm:spPr/>
      <dgm:t>
        <a:bodyPr/>
        <a:lstStyle/>
        <a:p>
          <a:endParaRPr lang="en-US"/>
        </a:p>
      </dgm:t>
    </dgm:pt>
    <dgm:pt modelId="{8E70BE4C-B9FD-49D1-B8A9-9D6E54A7ADF7}">
      <dgm:prSet phldrT="[Text]" phldr="0"/>
      <dgm:spPr/>
      <dgm:t>
        <a:bodyPr/>
        <a:lstStyle/>
        <a:p>
          <a:r>
            <a:rPr lang="en-US" dirty="0"/>
            <a:t>Reliability</a:t>
          </a:r>
        </a:p>
      </dgm:t>
    </dgm:pt>
    <dgm:pt modelId="{63EE9566-E401-485F-B914-F9BCA99BDE23}" type="parTrans" cxnId="{2F7AF248-9358-4ACA-9F81-F4ED068AF295}">
      <dgm:prSet/>
      <dgm:spPr/>
      <dgm:t>
        <a:bodyPr/>
        <a:lstStyle/>
        <a:p>
          <a:endParaRPr lang="en-US"/>
        </a:p>
      </dgm:t>
    </dgm:pt>
    <dgm:pt modelId="{4145D411-893F-4DBD-A18F-8531DB3D20A9}" type="sibTrans" cxnId="{2F7AF248-9358-4ACA-9F81-F4ED068AF295}">
      <dgm:prSet/>
      <dgm:spPr/>
      <dgm:t>
        <a:bodyPr/>
        <a:lstStyle/>
        <a:p>
          <a:endParaRPr lang="en-US"/>
        </a:p>
      </dgm:t>
    </dgm:pt>
    <dgm:pt modelId="{B8A70D72-2D7F-4757-9381-56C26982318D}">
      <dgm:prSet phldrT="[Text]" phldr="0"/>
      <dgm:spPr/>
      <dgm:t>
        <a:bodyPr/>
        <a:lstStyle/>
        <a:p>
          <a:r>
            <a:rPr lang="en-US" dirty="0"/>
            <a:t>Treatment and Budget Optimization</a:t>
          </a:r>
        </a:p>
      </dgm:t>
    </dgm:pt>
    <dgm:pt modelId="{8B1341A1-319C-4871-83A0-21181DB7CF1E}" type="parTrans" cxnId="{2042C39A-C2F2-49F1-884F-E8450FE5A198}">
      <dgm:prSet/>
      <dgm:spPr/>
      <dgm:t>
        <a:bodyPr/>
        <a:lstStyle/>
        <a:p>
          <a:endParaRPr lang="en-US"/>
        </a:p>
      </dgm:t>
    </dgm:pt>
    <dgm:pt modelId="{B149CCDB-EC15-466D-8DC6-3061AB0AA8D1}" type="sibTrans" cxnId="{2042C39A-C2F2-49F1-884F-E8450FE5A198}">
      <dgm:prSet/>
      <dgm:spPr/>
      <dgm:t>
        <a:bodyPr/>
        <a:lstStyle/>
        <a:p>
          <a:endParaRPr lang="en-US"/>
        </a:p>
      </dgm:t>
    </dgm:pt>
    <dgm:pt modelId="{E19C6E13-2FDA-46D4-B7C4-EFC379794739}">
      <dgm:prSet/>
      <dgm:spPr/>
      <dgm:t>
        <a:bodyPr/>
        <a:lstStyle/>
        <a:p>
          <a:pPr>
            <a:buNone/>
          </a:pPr>
          <a:r>
            <a:rPr lang="en-US" b="0" i="0">
              <a:latin typeface="Bitstream Charter"/>
              <a:ea typeface="Bitstream Charter"/>
              <a:cs typeface="Bitstream Charter"/>
            </a:rPr>
            <a:t>How do T-Learner, X-Learner, and ensemble approaches maximize incremental conversions at 5%, 10%, and 20% contact limits?</a:t>
          </a:r>
          <a:endParaRPr lang="en-US" dirty="0"/>
        </a:p>
      </dgm:t>
    </dgm:pt>
    <dgm:pt modelId="{AC57A987-D27E-4863-BAA8-572D1B0FD653}" type="parTrans" cxnId="{F9A11CB5-EDA8-4537-8C91-3C5713169FB3}">
      <dgm:prSet/>
      <dgm:spPr/>
      <dgm:t>
        <a:bodyPr/>
        <a:lstStyle/>
        <a:p>
          <a:endParaRPr lang="en-US"/>
        </a:p>
      </dgm:t>
    </dgm:pt>
    <dgm:pt modelId="{C743BF7C-E1A5-43BE-8569-FAAC9620286A}" type="sibTrans" cxnId="{F9A11CB5-EDA8-4537-8C91-3C5713169FB3}">
      <dgm:prSet/>
      <dgm:spPr/>
      <dgm:t>
        <a:bodyPr/>
        <a:lstStyle/>
        <a:p>
          <a:endParaRPr lang="en-US"/>
        </a:p>
      </dgm:t>
    </dgm:pt>
    <dgm:pt modelId="{B1D35F65-36FB-4D1A-BA81-0C017BE83326}">
      <dgm:prSet/>
      <dgm:spPr/>
      <dgm:t>
        <a:bodyPr/>
        <a:lstStyle/>
        <a:p>
          <a:pPr>
            <a:buNone/>
          </a:pPr>
          <a:r>
            <a:rPr lang="en-US" b="0" i="0">
              <a:latin typeface="Bitstream Charter"/>
              <a:ea typeface="Bitstream Charter"/>
              <a:cs typeface="Bitstream Charter"/>
            </a:rPr>
            <a:t>How stable are uplift rankings and treatment recommendations across model specifications and training samples?</a:t>
          </a:r>
          <a:endParaRPr lang="en-US"/>
        </a:p>
      </dgm:t>
    </dgm:pt>
    <dgm:pt modelId="{387B75CB-827F-4589-8CB9-A711E83E0EAA}" type="parTrans" cxnId="{BD134591-2FD7-41EB-97FF-C58F92820A88}">
      <dgm:prSet/>
      <dgm:spPr/>
      <dgm:t>
        <a:bodyPr/>
        <a:lstStyle/>
        <a:p>
          <a:endParaRPr lang="en-US"/>
        </a:p>
      </dgm:t>
    </dgm:pt>
    <dgm:pt modelId="{C287F2D2-8C55-4C86-A415-9EB18949967E}" type="sibTrans" cxnId="{BD134591-2FD7-41EB-97FF-C58F92820A88}">
      <dgm:prSet/>
      <dgm:spPr/>
      <dgm:t>
        <a:bodyPr/>
        <a:lstStyle/>
        <a:p>
          <a:endParaRPr lang="en-US"/>
        </a:p>
      </dgm:t>
    </dgm:pt>
    <dgm:pt modelId="{2D080A38-7A2E-4E81-B813-532D408ABC55}" type="pres">
      <dgm:prSet presAssocID="{DE9FCB8C-3B64-4C70-AA13-4A877C64E817}" presName="linear" presStyleCnt="0">
        <dgm:presLayoutVars>
          <dgm:dir/>
          <dgm:animLvl val="lvl"/>
          <dgm:resizeHandles val="exact"/>
        </dgm:presLayoutVars>
      </dgm:prSet>
      <dgm:spPr/>
    </dgm:pt>
    <dgm:pt modelId="{2611F36D-E1CB-4A96-9041-493AFC8FA081}" type="pres">
      <dgm:prSet presAssocID="{AB5ED77B-B922-4A79-BA6D-9A473236C541}" presName="parentLin" presStyleCnt="0"/>
      <dgm:spPr/>
    </dgm:pt>
    <dgm:pt modelId="{CE9CB66A-5820-410D-848B-31F3B8743845}" type="pres">
      <dgm:prSet presAssocID="{AB5ED77B-B922-4A79-BA6D-9A473236C541}" presName="parentLeftMargin" presStyleLbl="node1" presStyleIdx="0" presStyleCnt="5"/>
      <dgm:spPr/>
    </dgm:pt>
    <dgm:pt modelId="{92A95EDA-4C83-4419-AFE5-2CFE08CDB208}" type="pres">
      <dgm:prSet presAssocID="{AB5ED77B-B922-4A79-BA6D-9A473236C541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FDB34894-18A8-4B93-A22C-DDE85A985132}" type="pres">
      <dgm:prSet presAssocID="{AB5ED77B-B922-4A79-BA6D-9A473236C541}" presName="negativeSpace" presStyleCnt="0"/>
      <dgm:spPr/>
    </dgm:pt>
    <dgm:pt modelId="{6AE30056-0D1F-412E-95FC-D0911F54D19A}" type="pres">
      <dgm:prSet presAssocID="{AB5ED77B-B922-4A79-BA6D-9A473236C541}" presName="childText" presStyleLbl="conFgAcc1" presStyleIdx="0" presStyleCnt="5">
        <dgm:presLayoutVars>
          <dgm:bulletEnabled val="1"/>
        </dgm:presLayoutVars>
      </dgm:prSet>
      <dgm:spPr/>
    </dgm:pt>
    <dgm:pt modelId="{12174045-7260-4F70-BD90-41E726E2508C}" type="pres">
      <dgm:prSet presAssocID="{092806EB-0844-49A0-B836-EF108FA51665}" presName="spaceBetweenRectangles" presStyleCnt="0"/>
      <dgm:spPr/>
    </dgm:pt>
    <dgm:pt modelId="{72B1A8B3-C4B1-4E99-861E-6D87AB7BD091}" type="pres">
      <dgm:prSet presAssocID="{2F2CEC69-05C9-4E48-A0BD-2133202F9F9E}" presName="parentLin" presStyleCnt="0"/>
      <dgm:spPr/>
    </dgm:pt>
    <dgm:pt modelId="{D5D82F6A-ABE5-47CA-BF00-84D991A92AB8}" type="pres">
      <dgm:prSet presAssocID="{2F2CEC69-05C9-4E48-A0BD-2133202F9F9E}" presName="parentLeftMargin" presStyleLbl="node1" presStyleIdx="0" presStyleCnt="5"/>
      <dgm:spPr/>
    </dgm:pt>
    <dgm:pt modelId="{FCD2BF8C-2F01-4879-ABAE-A617E8307840}" type="pres">
      <dgm:prSet presAssocID="{2F2CEC69-05C9-4E48-A0BD-2133202F9F9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44F94747-3439-40EF-BE19-F29DE2820ADF}" type="pres">
      <dgm:prSet presAssocID="{2F2CEC69-05C9-4E48-A0BD-2133202F9F9E}" presName="negativeSpace" presStyleCnt="0"/>
      <dgm:spPr/>
    </dgm:pt>
    <dgm:pt modelId="{2A180937-4FE6-4819-9661-EFE0CC42F764}" type="pres">
      <dgm:prSet presAssocID="{2F2CEC69-05C9-4E48-A0BD-2133202F9F9E}" presName="childText" presStyleLbl="conFgAcc1" presStyleIdx="1" presStyleCnt="5">
        <dgm:presLayoutVars>
          <dgm:bulletEnabled val="1"/>
        </dgm:presLayoutVars>
      </dgm:prSet>
      <dgm:spPr/>
    </dgm:pt>
    <dgm:pt modelId="{E04974E0-1B85-471F-AA7F-621F462F6EA1}" type="pres">
      <dgm:prSet presAssocID="{F51059EF-F297-4CDE-B4EE-EAA82660D33C}" presName="spaceBetweenRectangles" presStyleCnt="0"/>
      <dgm:spPr/>
    </dgm:pt>
    <dgm:pt modelId="{6A79F0C4-BD30-4EF9-AFAC-2C8FA22AEA5C}" type="pres">
      <dgm:prSet presAssocID="{B8A70D72-2D7F-4757-9381-56C26982318D}" presName="parentLin" presStyleCnt="0"/>
      <dgm:spPr/>
    </dgm:pt>
    <dgm:pt modelId="{147102D4-8064-4749-998C-BAEAB9E8E953}" type="pres">
      <dgm:prSet presAssocID="{B8A70D72-2D7F-4757-9381-56C26982318D}" presName="parentLeftMargin" presStyleLbl="node1" presStyleIdx="1" presStyleCnt="5"/>
      <dgm:spPr/>
    </dgm:pt>
    <dgm:pt modelId="{8628921C-C26E-4BEC-A886-B496F150B3A0}" type="pres">
      <dgm:prSet presAssocID="{B8A70D72-2D7F-4757-9381-56C26982318D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DE938927-B0C1-482C-88A4-0A37520BED4E}" type="pres">
      <dgm:prSet presAssocID="{B8A70D72-2D7F-4757-9381-56C26982318D}" presName="negativeSpace" presStyleCnt="0"/>
      <dgm:spPr/>
    </dgm:pt>
    <dgm:pt modelId="{3EA7ECA9-609D-4E61-B060-34C7F6F00976}" type="pres">
      <dgm:prSet presAssocID="{B8A70D72-2D7F-4757-9381-56C26982318D}" presName="childText" presStyleLbl="conFgAcc1" presStyleIdx="2" presStyleCnt="5">
        <dgm:presLayoutVars>
          <dgm:bulletEnabled val="1"/>
        </dgm:presLayoutVars>
      </dgm:prSet>
      <dgm:spPr/>
    </dgm:pt>
    <dgm:pt modelId="{3FFD93F6-B976-4BCA-AD1F-934A718BF10D}" type="pres">
      <dgm:prSet presAssocID="{B149CCDB-EC15-466D-8DC6-3061AB0AA8D1}" presName="spaceBetweenRectangles" presStyleCnt="0"/>
      <dgm:spPr/>
    </dgm:pt>
    <dgm:pt modelId="{E71773FC-3FC7-4087-9376-DF4DE2584262}" type="pres">
      <dgm:prSet presAssocID="{8E70BE4C-B9FD-49D1-B8A9-9D6E54A7ADF7}" presName="parentLin" presStyleCnt="0"/>
      <dgm:spPr/>
    </dgm:pt>
    <dgm:pt modelId="{425AA531-F6E5-43D0-BD13-335974E7B313}" type="pres">
      <dgm:prSet presAssocID="{8E70BE4C-B9FD-49D1-B8A9-9D6E54A7ADF7}" presName="parentLeftMargin" presStyleLbl="node1" presStyleIdx="2" presStyleCnt="5"/>
      <dgm:spPr/>
    </dgm:pt>
    <dgm:pt modelId="{145DD6A6-AE81-4536-B4E1-39333503775B}" type="pres">
      <dgm:prSet presAssocID="{8E70BE4C-B9FD-49D1-B8A9-9D6E54A7ADF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1FBF0F5-776A-4B53-A60F-889565B7DC21}" type="pres">
      <dgm:prSet presAssocID="{8E70BE4C-B9FD-49D1-B8A9-9D6E54A7ADF7}" presName="negativeSpace" presStyleCnt="0"/>
      <dgm:spPr/>
    </dgm:pt>
    <dgm:pt modelId="{379CCEAD-094D-497B-A3AD-5D5A96D2A283}" type="pres">
      <dgm:prSet presAssocID="{8E70BE4C-B9FD-49D1-B8A9-9D6E54A7ADF7}" presName="childText" presStyleLbl="conFgAcc1" presStyleIdx="3" presStyleCnt="5">
        <dgm:presLayoutVars>
          <dgm:bulletEnabled val="1"/>
        </dgm:presLayoutVars>
      </dgm:prSet>
      <dgm:spPr/>
    </dgm:pt>
    <dgm:pt modelId="{7D2D6C55-E8E9-47D1-BFBA-E46DA4463641}" type="pres">
      <dgm:prSet presAssocID="{4145D411-893F-4DBD-A18F-8531DB3D20A9}" presName="spaceBetweenRectangles" presStyleCnt="0"/>
      <dgm:spPr/>
    </dgm:pt>
    <dgm:pt modelId="{4AF297BA-99D5-4F1F-B5CC-6FE08C340D2B}" type="pres">
      <dgm:prSet presAssocID="{C34F98C0-CA1E-409C-9E86-8257325F843E}" presName="parentLin" presStyleCnt="0"/>
      <dgm:spPr/>
    </dgm:pt>
    <dgm:pt modelId="{F245D4F1-375B-4611-9BD9-C08C12426C41}" type="pres">
      <dgm:prSet presAssocID="{C34F98C0-CA1E-409C-9E86-8257325F843E}" presName="parentLeftMargin" presStyleLbl="node1" presStyleIdx="3" presStyleCnt="5"/>
      <dgm:spPr/>
    </dgm:pt>
    <dgm:pt modelId="{8AAA8F92-9152-4C18-BF3F-63AA299D7DE1}" type="pres">
      <dgm:prSet presAssocID="{C34F98C0-CA1E-409C-9E86-8257325F843E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B46CF2B6-ABD4-449E-BCA2-3378C66570B8}" type="pres">
      <dgm:prSet presAssocID="{C34F98C0-CA1E-409C-9E86-8257325F843E}" presName="negativeSpace" presStyleCnt="0"/>
      <dgm:spPr/>
    </dgm:pt>
    <dgm:pt modelId="{EB832EEF-2011-4116-9ABB-90D53681E44F}" type="pres">
      <dgm:prSet presAssocID="{C34F98C0-CA1E-409C-9E86-8257325F843E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862F6F0C-56FB-419E-8A74-A7DA504D38E9}" type="presOf" srcId="{AB5ED77B-B922-4A79-BA6D-9A473236C541}" destId="{CE9CB66A-5820-410D-848B-31F3B8743845}" srcOrd="0" destOrd="0" presId="urn:microsoft.com/office/officeart/2005/8/layout/list1"/>
    <dgm:cxn modelId="{D0CDDB0E-1098-4AC7-BA49-76E6CE6600A9}" type="presOf" srcId="{C42625C5-C128-4451-9201-11941DE0648F}" destId="{EB832EEF-2011-4116-9ABB-90D53681E44F}" srcOrd="0" destOrd="0" presId="urn:microsoft.com/office/officeart/2005/8/layout/list1"/>
    <dgm:cxn modelId="{6A417B15-984F-4B4C-A97A-65A60646EB03}" type="presOf" srcId="{2F2CEC69-05C9-4E48-A0BD-2133202F9F9E}" destId="{FCD2BF8C-2F01-4879-ABAE-A617E8307840}" srcOrd="1" destOrd="0" presId="urn:microsoft.com/office/officeart/2005/8/layout/list1"/>
    <dgm:cxn modelId="{E28AE33A-76CD-42CF-A16D-FF788E4A40E4}" type="presOf" srcId="{AB5ED77B-B922-4A79-BA6D-9A473236C541}" destId="{92A95EDA-4C83-4419-AFE5-2CFE08CDB208}" srcOrd="1" destOrd="0" presId="urn:microsoft.com/office/officeart/2005/8/layout/list1"/>
    <dgm:cxn modelId="{1ED65F3E-9915-4FFF-B5DB-9A87A56CBCFF}" type="presOf" srcId="{8E70BE4C-B9FD-49D1-B8A9-9D6E54A7ADF7}" destId="{425AA531-F6E5-43D0-BD13-335974E7B313}" srcOrd="0" destOrd="0" presId="urn:microsoft.com/office/officeart/2005/8/layout/list1"/>
    <dgm:cxn modelId="{61282D42-BFE6-47C6-907B-D99AB0AC81A1}" type="presOf" srcId="{B8A70D72-2D7F-4757-9381-56C26982318D}" destId="{147102D4-8064-4749-998C-BAEAB9E8E953}" srcOrd="0" destOrd="0" presId="urn:microsoft.com/office/officeart/2005/8/layout/list1"/>
    <dgm:cxn modelId="{41D39842-D9CF-4BA0-B666-D1FA94EA7B49}" type="presOf" srcId="{2F2CEC69-05C9-4E48-A0BD-2133202F9F9E}" destId="{D5D82F6A-ABE5-47CA-BF00-84D991A92AB8}" srcOrd="0" destOrd="0" presId="urn:microsoft.com/office/officeart/2005/8/layout/list1"/>
    <dgm:cxn modelId="{2F7AF248-9358-4ACA-9F81-F4ED068AF295}" srcId="{DE9FCB8C-3B64-4C70-AA13-4A877C64E817}" destId="{8E70BE4C-B9FD-49D1-B8A9-9D6E54A7ADF7}" srcOrd="3" destOrd="0" parTransId="{63EE9566-E401-485F-B914-F9BCA99BDE23}" sibTransId="{4145D411-893F-4DBD-A18F-8531DB3D20A9}"/>
    <dgm:cxn modelId="{0884D151-3B97-443E-8D41-2408B5AACE48}" type="presOf" srcId="{B1D35F65-36FB-4D1A-BA81-0C017BE83326}" destId="{379CCEAD-094D-497B-A3AD-5D5A96D2A283}" srcOrd="0" destOrd="0" presId="urn:microsoft.com/office/officeart/2005/8/layout/list1"/>
    <dgm:cxn modelId="{06F09F63-9944-4CCB-AD2C-3CFB93027BCD}" srcId="{2F2CEC69-05C9-4E48-A0BD-2133202F9F9E}" destId="{BDF4061A-2454-47F8-A1C5-B62B74BA7A4E}" srcOrd="0" destOrd="0" parTransId="{97D940DE-65C1-42B1-932F-F002BE1E95AD}" sibTransId="{43A3D5E4-00E7-4D29-ACCE-3E24C90EF562}"/>
    <dgm:cxn modelId="{F641336B-ABF0-4BD3-9A41-684E4CA7A7AE}" type="presOf" srcId="{C34F98C0-CA1E-409C-9E86-8257325F843E}" destId="{8AAA8F92-9152-4C18-BF3F-63AA299D7DE1}" srcOrd="1" destOrd="0" presId="urn:microsoft.com/office/officeart/2005/8/layout/list1"/>
    <dgm:cxn modelId="{A193B97B-64D8-4665-9CB9-93E7562CD70E}" type="presOf" srcId="{8E70BE4C-B9FD-49D1-B8A9-9D6E54A7ADF7}" destId="{145DD6A6-AE81-4536-B4E1-39333503775B}" srcOrd="1" destOrd="0" presId="urn:microsoft.com/office/officeart/2005/8/layout/list1"/>
    <dgm:cxn modelId="{14527F7D-C62E-46CE-A5D2-07547F8ECFFE}" type="presOf" srcId="{BDF4061A-2454-47F8-A1C5-B62B74BA7A4E}" destId="{2A180937-4FE6-4819-9661-EFE0CC42F764}" srcOrd="0" destOrd="0" presId="urn:microsoft.com/office/officeart/2005/8/layout/list1"/>
    <dgm:cxn modelId="{BD134591-2FD7-41EB-97FF-C58F92820A88}" srcId="{8E70BE4C-B9FD-49D1-B8A9-9D6E54A7ADF7}" destId="{B1D35F65-36FB-4D1A-BA81-0C017BE83326}" srcOrd="0" destOrd="0" parTransId="{387B75CB-827F-4589-8CB9-A711E83E0EAA}" sibTransId="{C287F2D2-8C55-4C86-A415-9EB18949967E}"/>
    <dgm:cxn modelId="{F6A00B92-21F4-4BF3-ABB6-0193DF250F62}" type="presOf" srcId="{C34F98C0-CA1E-409C-9E86-8257325F843E}" destId="{F245D4F1-375B-4611-9BD9-C08C12426C41}" srcOrd="0" destOrd="0" presId="urn:microsoft.com/office/officeart/2005/8/layout/list1"/>
    <dgm:cxn modelId="{F7CA2497-1D36-40EC-A276-017BC8550404}" srcId="{AB5ED77B-B922-4A79-BA6D-9A473236C541}" destId="{7604D830-018B-425B-BC4F-EDEBCB7A2AC1}" srcOrd="0" destOrd="0" parTransId="{140DE06D-45FA-40CA-8E48-892574E2286B}" sibTransId="{F932358B-262E-4457-8E1E-EA82B7BA71ED}"/>
    <dgm:cxn modelId="{2042C39A-C2F2-49F1-884F-E8450FE5A198}" srcId="{DE9FCB8C-3B64-4C70-AA13-4A877C64E817}" destId="{B8A70D72-2D7F-4757-9381-56C26982318D}" srcOrd="2" destOrd="0" parTransId="{8B1341A1-319C-4871-83A0-21181DB7CF1E}" sibTransId="{B149CCDB-EC15-466D-8DC6-3061AB0AA8D1}"/>
    <dgm:cxn modelId="{81D3BD9E-0282-49A2-9B89-2E1177CA950F}" type="presOf" srcId="{B8A70D72-2D7F-4757-9381-56C26982318D}" destId="{8628921C-C26E-4BEC-A886-B496F150B3A0}" srcOrd="1" destOrd="0" presId="urn:microsoft.com/office/officeart/2005/8/layout/list1"/>
    <dgm:cxn modelId="{DDD3ECB4-70A6-49CF-8802-E46C00636A2F}" srcId="{DE9FCB8C-3B64-4C70-AA13-4A877C64E817}" destId="{AB5ED77B-B922-4A79-BA6D-9A473236C541}" srcOrd="0" destOrd="0" parTransId="{F889C79B-E0BB-4F06-9015-C7DC3B1CC55C}" sibTransId="{092806EB-0844-49A0-B836-EF108FA51665}"/>
    <dgm:cxn modelId="{F9A11CB5-EDA8-4537-8C91-3C5713169FB3}" srcId="{B8A70D72-2D7F-4757-9381-56C26982318D}" destId="{E19C6E13-2FDA-46D4-B7C4-EFC379794739}" srcOrd="0" destOrd="0" parTransId="{AC57A987-D27E-4863-BAA8-572D1B0FD653}" sibTransId="{C743BF7C-E1A5-43BE-8569-FAAC9620286A}"/>
    <dgm:cxn modelId="{79180EC9-E67A-4C59-B1D6-05259F1675C6}" type="presOf" srcId="{7604D830-018B-425B-BC4F-EDEBCB7A2AC1}" destId="{6AE30056-0D1F-412E-95FC-D0911F54D19A}" srcOrd="0" destOrd="0" presId="urn:microsoft.com/office/officeart/2005/8/layout/list1"/>
    <dgm:cxn modelId="{4A4342CA-C122-4A1E-ABF7-8B95D37BDA71}" type="presOf" srcId="{DE9FCB8C-3B64-4C70-AA13-4A877C64E817}" destId="{2D080A38-7A2E-4E81-B813-532D408ABC55}" srcOrd="0" destOrd="0" presId="urn:microsoft.com/office/officeart/2005/8/layout/list1"/>
    <dgm:cxn modelId="{372457DF-5302-4BFC-9C1F-EAD258FB001B}" srcId="{DE9FCB8C-3B64-4C70-AA13-4A877C64E817}" destId="{C34F98C0-CA1E-409C-9E86-8257325F843E}" srcOrd="4" destOrd="0" parTransId="{4EA9664E-C0F8-451D-AD19-84211B4E8C7F}" sibTransId="{45C0F591-F774-4046-BFED-03EF1202BF53}"/>
    <dgm:cxn modelId="{C760BCE0-48E3-4A2F-9197-FFBF38CED54A}" srcId="{C34F98C0-CA1E-409C-9E86-8257325F843E}" destId="{C42625C5-C128-4451-9201-11941DE0648F}" srcOrd="0" destOrd="0" parTransId="{40766406-F0E1-41F5-A940-C28DD112A8A7}" sibTransId="{A0EE34BA-F11E-47B2-89F0-B3E4FC64F560}"/>
    <dgm:cxn modelId="{BD44D2F6-3419-43FA-92CA-39FC759A543E}" type="presOf" srcId="{E19C6E13-2FDA-46D4-B7C4-EFC379794739}" destId="{3EA7ECA9-609D-4E61-B060-34C7F6F00976}" srcOrd="0" destOrd="0" presId="urn:microsoft.com/office/officeart/2005/8/layout/list1"/>
    <dgm:cxn modelId="{B6DF77FD-1A08-4D4E-A1FB-165465B3533F}" srcId="{DE9FCB8C-3B64-4C70-AA13-4A877C64E817}" destId="{2F2CEC69-05C9-4E48-A0BD-2133202F9F9E}" srcOrd="1" destOrd="0" parTransId="{9EE6D78B-3C80-4236-8FE1-C614E617F73E}" sibTransId="{F51059EF-F297-4CDE-B4EE-EAA82660D33C}"/>
    <dgm:cxn modelId="{9A509207-0307-4876-8226-5E4161A945DF}" type="presParOf" srcId="{2D080A38-7A2E-4E81-B813-532D408ABC55}" destId="{2611F36D-E1CB-4A96-9041-493AFC8FA081}" srcOrd="0" destOrd="0" presId="urn:microsoft.com/office/officeart/2005/8/layout/list1"/>
    <dgm:cxn modelId="{ABEB91B8-5057-414E-BA41-39BC21356571}" type="presParOf" srcId="{2611F36D-E1CB-4A96-9041-493AFC8FA081}" destId="{CE9CB66A-5820-410D-848B-31F3B8743845}" srcOrd="0" destOrd="0" presId="urn:microsoft.com/office/officeart/2005/8/layout/list1"/>
    <dgm:cxn modelId="{940021AC-E64D-4F2A-9611-57FE2A9E0B26}" type="presParOf" srcId="{2611F36D-E1CB-4A96-9041-493AFC8FA081}" destId="{92A95EDA-4C83-4419-AFE5-2CFE08CDB208}" srcOrd="1" destOrd="0" presId="urn:microsoft.com/office/officeart/2005/8/layout/list1"/>
    <dgm:cxn modelId="{293A7A69-40E7-406C-B342-AB0BE8DF5A62}" type="presParOf" srcId="{2D080A38-7A2E-4E81-B813-532D408ABC55}" destId="{FDB34894-18A8-4B93-A22C-DDE85A985132}" srcOrd="1" destOrd="0" presId="urn:microsoft.com/office/officeart/2005/8/layout/list1"/>
    <dgm:cxn modelId="{26B55788-A2F4-4D50-9474-6F6DFE18B7E2}" type="presParOf" srcId="{2D080A38-7A2E-4E81-B813-532D408ABC55}" destId="{6AE30056-0D1F-412E-95FC-D0911F54D19A}" srcOrd="2" destOrd="0" presId="urn:microsoft.com/office/officeart/2005/8/layout/list1"/>
    <dgm:cxn modelId="{AC4E93C9-674E-42C5-9D9B-D517DA40CDED}" type="presParOf" srcId="{2D080A38-7A2E-4E81-B813-532D408ABC55}" destId="{12174045-7260-4F70-BD90-41E726E2508C}" srcOrd="3" destOrd="0" presId="urn:microsoft.com/office/officeart/2005/8/layout/list1"/>
    <dgm:cxn modelId="{DEBF370E-9589-44C9-8003-1893B3DBA07D}" type="presParOf" srcId="{2D080A38-7A2E-4E81-B813-532D408ABC55}" destId="{72B1A8B3-C4B1-4E99-861E-6D87AB7BD091}" srcOrd="4" destOrd="0" presId="urn:microsoft.com/office/officeart/2005/8/layout/list1"/>
    <dgm:cxn modelId="{55D4D3F3-6AD1-4D6C-890A-09B284E42A1F}" type="presParOf" srcId="{72B1A8B3-C4B1-4E99-861E-6D87AB7BD091}" destId="{D5D82F6A-ABE5-47CA-BF00-84D991A92AB8}" srcOrd="0" destOrd="0" presId="urn:microsoft.com/office/officeart/2005/8/layout/list1"/>
    <dgm:cxn modelId="{5E3C83C1-DB4C-45FB-8AF4-1C1B0891FA73}" type="presParOf" srcId="{72B1A8B3-C4B1-4E99-861E-6D87AB7BD091}" destId="{FCD2BF8C-2F01-4879-ABAE-A617E8307840}" srcOrd="1" destOrd="0" presId="urn:microsoft.com/office/officeart/2005/8/layout/list1"/>
    <dgm:cxn modelId="{81A27F57-EFF7-401A-9452-5D3A0C82B6DE}" type="presParOf" srcId="{2D080A38-7A2E-4E81-B813-532D408ABC55}" destId="{44F94747-3439-40EF-BE19-F29DE2820ADF}" srcOrd="5" destOrd="0" presId="urn:microsoft.com/office/officeart/2005/8/layout/list1"/>
    <dgm:cxn modelId="{2B183781-CBAF-4230-884F-164188AA9FD9}" type="presParOf" srcId="{2D080A38-7A2E-4E81-B813-532D408ABC55}" destId="{2A180937-4FE6-4819-9661-EFE0CC42F764}" srcOrd="6" destOrd="0" presId="urn:microsoft.com/office/officeart/2005/8/layout/list1"/>
    <dgm:cxn modelId="{453C8507-5EDB-4157-BBCD-42D8C09B82E7}" type="presParOf" srcId="{2D080A38-7A2E-4E81-B813-532D408ABC55}" destId="{E04974E0-1B85-471F-AA7F-621F462F6EA1}" srcOrd="7" destOrd="0" presId="urn:microsoft.com/office/officeart/2005/8/layout/list1"/>
    <dgm:cxn modelId="{FA3C0427-F996-43C1-A648-7EC45A6079BA}" type="presParOf" srcId="{2D080A38-7A2E-4E81-B813-532D408ABC55}" destId="{6A79F0C4-BD30-4EF9-AFAC-2C8FA22AEA5C}" srcOrd="8" destOrd="0" presId="urn:microsoft.com/office/officeart/2005/8/layout/list1"/>
    <dgm:cxn modelId="{240472E1-E223-4F9B-98F4-B7339D18EF71}" type="presParOf" srcId="{6A79F0C4-BD30-4EF9-AFAC-2C8FA22AEA5C}" destId="{147102D4-8064-4749-998C-BAEAB9E8E953}" srcOrd="0" destOrd="0" presId="urn:microsoft.com/office/officeart/2005/8/layout/list1"/>
    <dgm:cxn modelId="{EE5F4F0B-8D60-48CE-9C65-76D2E3C1EB27}" type="presParOf" srcId="{6A79F0C4-BD30-4EF9-AFAC-2C8FA22AEA5C}" destId="{8628921C-C26E-4BEC-A886-B496F150B3A0}" srcOrd="1" destOrd="0" presId="urn:microsoft.com/office/officeart/2005/8/layout/list1"/>
    <dgm:cxn modelId="{175EE2F9-D40B-4B16-9EAB-E8E8EBB20271}" type="presParOf" srcId="{2D080A38-7A2E-4E81-B813-532D408ABC55}" destId="{DE938927-B0C1-482C-88A4-0A37520BED4E}" srcOrd="9" destOrd="0" presId="urn:microsoft.com/office/officeart/2005/8/layout/list1"/>
    <dgm:cxn modelId="{AED918DB-F164-4B12-9FB6-D52A0E30270E}" type="presParOf" srcId="{2D080A38-7A2E-4E81-B813-532D408ABC55}" destId="{3EA7ECA9-609D-4E61-B060-34C7F6F00976}" srcOrd="10" destOrd="0" presId="urn:microsoft.com/office/officeart/2005/8/layout/list1"/>
    <dgm:cxn modelId="{0757073D-D661-44C5-B1DC-944166AA04DC}" type="presParOf" srcId="{2D080A38-7A2E-4E81-B813-532D408ABC55}" destId="{3FFD93F6-B976-4BCA-AD1F-934A718BF10D}" srcOrd="11" destOrd="0" presId="urn:microsoft.com/office/officeart/2005/8/layout/list1"/>
    <dgm:cxn modelId="{2B96C7BA-D48F-4D33-84E1-CC60C61BDA16}" type="presParOf" srcId="{2D080A38-7A2E-4E81-B813-532D408ABC55}" destId="{E71773FC-3FC7-4087-9376-DF4DE2584262}" srcOrd="12" destOrd="0" presId="urn:microsoft.com/office/officeart/2005/8/layout/list1"/>
    <dgm:cxn modelId="{D4605CD2-8AAA-4E63-919A-C1951D3535F7}" type="presParOf" srcId="{E71773FC-3FC7-4087-9376-DF4DE2584262}" destId="{425AA531-F6E5-43D0-BD13-335974E7B313}" srcOrd="0" destOrd="0" presId="urn:microsoft.com/office/officeart/2005/8/layout/list1"/>
    <dgm:cxn modelId="{91C6701C-0E88-4ACF-A243-41FC63F60275}" type="presParOf" srcId="{E71773FC-3FC7-4087-9376-DF4DE2584262}" destId="{145DD6A6-AE81-4536-B4E1-39333503775B}" srcOrd="1" destOrd="0" presId="urn:microsoft.com/office/officeart/2005/8/layout/list1"/>
    <dgm:cxn modelId="{48B32DDF-BD33-4900-B697-F51EE1E66642}" type="presParOf" srcId="{2D080A38-7A2E-4E81-B813-532D408ABC55}" destId="{41FBF0F5-776A-4B53-A60F-889565B7DC21}" srcOrd="13" destOrd="0" presId="urn:microsoft.com/office/officeart/2005/8/layout/list1"/>
    <dgm:cxn modelId="{3034CB47-A0CC-4CE3-9B8B-263C888D01B9}" type="presParOf" srcId="{2D080A38-7A2E-4E81-B813-532D408ABC55}" destId="{379CCEAD-094D-497B-A3AD-5D5A96D2A283}" srcOrd="14" destOrd="0" presId="urn:microsoft.com/office/officeart/2005/8/layout/list1"/>
    <dgm:cxn modelId="{DF6F1A0A-633D-4D89-A8B7-A2432D5473C2}" type="presParOf" srcId="{2D080A38-7A2E-4E81-B813-532D408ABC55}" destId="{7D2D6C55-E8E9-47D1-BFBA-E46DA4463641}" srcOrd="15" destOrd="0" presId="urn:microsoft.com/office/officeart/2005/8/layout/list1"/>
    <dgm:cxn modelId="{684AD053-B352-46A9-A7BB-7E8F929EACAC}" type="presParOf" srcId="{2D080A38-7A2E-4E81-B813-532D408ABC55}" destId="{4AF297BA-99D5-4F1F-B5CC-6FE08C340D2B}" srcOrd="16" destOrd="0" presId="urn:microsoft.com/office/officeart/2005/8/layout/list1"/>
    <dgm:cxn modelId="{ADDB79C7-CD27-4390-B91C-2A455018D5AE}" type="presParOf" srcId="{4AF297BA-99D5-4F1F-B5CC-6FE08C340D2B}" destId="{F245D4F1-375B-4611-9BD9-C08C12426C41}" srcOrd="0" destOrd="0" presId="urn:microsoft.com/office/officeart/2005/8/layout/list1"/>
    <dgm:cxn modelId="{24B809DB-31CF-464F-89E9-80DBC5181BE1}" type="presParOf" srcId="{4AF297BA-99D5-4F1F-B5CC-6FE08C340D2B}" destId="{8AAA8F92-9152-4C18-BF3F-63AA299D7DE1}" srcOrd="1" destOrd="0" presId="urn:microsoft.com/office/officeart/2005/8/layout/list1"/>
    <dgm:cxn modelId="{CE94C778-7FE0-4943-B39A-CEAFC7BB607A}" type="presParOf" srcId="{2D080A38-7A2E-4E81-B813-532D408ABC55}" destId="{B46CF2B6-ABD4-449E-BCA2-3378C66570B8}" srcOrd="17" destOrd="0" presId="urn:microsoft.com/office/officeart/2005/8/layout/list1"/>
    <dgm:cxn modelId="{572BA97A-7D41-4686-918D-597FCA8CC279}" type="presParOf" srcId="{2D080A38-7A2E-4E81-B813-532D408ABC55}" destId="{EB832EEF-2011-4116-9ABB-90D53681E44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EE5851-8584-4532-9D5C-3D82E9F21BC8}" type="doc">
      <dgm:prSet loTypeId="urn:microsoft.com/office/officeart/2018/2/layout/IconVerticalSolidList" loCatId="icon" qsTypeId="urn:microsoft.com/office/officeart/2005/8/quickstyle/simple1#5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6CCF05F2-0306-42C8-976F-5E4B0FE19F96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Calibri Light" panose="020F0302020204030204"/>
            </a:rPr>
            <a:t>Incremental Response:</a:t>
          </a:r>
          <a:br>
            <a:rPr lang="en-US" dirty="0">
              <a:latin typeface="Calibri Light" panose="020F0302020204030204"/>
            </a:rPr>
          </a:br>
          <a:r>
            <a:rPr lang="en-US" dirty="0">
              <a:latin typeface="Calibri Light" panose="020F0302020204030204"/>
            </a:rPr>
            <a:t>Uplift modeling estimates the effect of contact rather than the probability of purchase alone.</a:t>
          </a:r>
        </a:p>
      </dgm:t>
    </dgm:pt>
    <dgm:pt modelId="{C006A59E-91FB-4516-ABD7-69266B5005D4}" type="parTrans" cxnId="{82FCDE99-51A0-475F-B3D3-DA0AFD5A8696}">
      <dgm:prSet/>
      <dgm:spPr/>
      <dgm:t>
        <a:bodyPr/>
        <a:lstStyle/>
        <a:p>
          <a:endParaRPr lang="en-US"/>
        </a:p>
      </dgm:t>
    </dgm:pt>
    <dgm:pt modelId="{BCDB7AA0-A828-4B9A-8BF7-028FA207BF7D}" type="sibTrans" cxnId="{82FCDE99-51A0-475F-B3D3-DA0AFD5A8696}">
      <dgm:prSet/>
      <dgm:spPr/>
      <dgm:t>
        <a:bodyPr/>
        <a:lstStyle/>
        <a:p>
          <a:endParaRPr lang="en-US"/>
        </a:p>
      </dgm:t>
    </dgm:pt>
    <dgm:pt modelId="{C84DD9B4-1524-47EF-9845-FD561CDE6069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Calibri Light" panose="020F0302020204030204"/>
            </a:rPr>
            <a:t>Causal Meta-Learners:</a:t>
          </a:r>
          <a:br>
            <a:rPr lang="en-US" dirty="0">
              <a:latin typeface="Calibri Light" panose="020F0302020204030204"/>
            </a:rPr>
          </a:br>
          <a:r>
            <a:rPr lang="en-US" dirty="0">
              <a:latin typeface="Calibri Light" panose="020F0302020204030204"/>
            </a:rPr>
            <a:t>T-Learner and X-Learner provide flexible estimates of heterogeneous treatment effects.</a:t>
          </a:r>
        </a:p>
      </dgm:t>
    </dgm:pt>
    <dgm:pt modelId="{181C39D4-0A9A-4B24-856F-1DFC1490A7AF}" type="parTrans" cxnId="{D285BD75-5980-43A9-9871-3AFCAF42AF87}">
      <dgm:prSet/>
      <dgm:spPr/>
      <dgm:t>
        <a:bodyPr/>
        <a:lstStyle/>
        <a:p>
          <a:endParaRPr lang="en-US"/>
        </a:p>
      </dgm:t>
    </dgm:pt>
    <dgm:pt modelId="{98B57394-D4E2-499C-9628-EDEFB6BA3F34}" type="sibTrans" cxnId="{D285BD75-5980-43A9-9871-3AFCAF42AF87}">
      <dgm:prSet/>
      <dgm:spPr/>
      <dgm:t>
        <a:bodyPr/>
        <a:lstStyle/>
        <a:p>
          <a:endParaRPr lang="en-US"/>
        </a:p>
      </dgm:t>
    </dgm:pt>
    <dgm:pt modelId="{1A39F299-0EDC-459F-8E7E-033C65BCF9D3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>
              <a:latin typeface="Calibri Light" panose="020F0302020204030204"/>
            </a:rPr>
            <a:t>Grounded Generation:</a:t>
          </a:r>
          <a:br>
            <a:rPr lang="en-US" dirty="0">
              <a:latin typeface="Calibri Light" panose="020F0302020204030204"/>
            </a:rPr>
          </a:br>
          <a:r>
            <a:rPr lang="en-US" dirty="0">
              <a:latin typeface="Calibri Light" panose="020F0302020204030204"/>
            </a:rPr>
            <a:t>The language model receives a model-based recommendation and generates copy from supplied facts.</a:t>
          </a:r>
        </a:p>
      </dgm:t>
    </dgm:pt>
    <dgm:pt modelId="{EEC0CC40-7D15-4A6D-8656-4EB32AAC3383}" type="parTrans" cxnId="{739BCE4E-EBE4-4A6F-914D-D26CFA771677}">
      <dgm:prSet/>
      <dgm:spPr/>
      <dgm:t>
        <a:bodyPr/>
        <a:lstStyle/>
        <a:p>
          <a:endParaRPr lang="en-US"/>
        </a:p>
      </dgm:t>
    </dgm:pt>
    <dgm:pt modelId="{A05BFBE9-8A31-49F4-B97A-16C505714A92}" type="sibTrans" cxnId="{739BCE4E-EBE4-4A6F-914D-D26CFA771677}">
      <dgm:prSet/>
      <dgm:spPr/>
      <dgm:t>
        <a:bodyPr/>
        <a:lstStyle/>
        <a:p>
          <a:endParaRPr lang="en-US"/>
        </a:p>
      </dgm:t>
    </dgm:pt>
    <dgm:pt modelId="{A1DF0C62-F4AD-4443-969D-3248E3358AAC}">
      <dgm:prSet phldrT="[Text]" phldr="0"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Customer Profiles:</a:t>
          </a:r>
          <a:br>
            <a:rPr lang="en-US" b="1" dirty="0"/>
          </a:br>
          <a:r>
            <a:rPr lang="en-US" dirty="0"/>
            <a:t>Clustering uses only information available before treatment, then outcomes profile each segment.</a:t>
          </a:r>
        </a:p>
      </dgm:t>
    </dgm:pt>
    <dgm:pt modelId="{AA9710B0-539A-4255-83B3-5DE7F1001415}" type="parTrans" cxnId="{AD423B3E-5585-4158-ADD5-6C2ABC83C7CC}">
      <dgm:prSet/>
      <dgm:spPr/>
      <dgm:t>
        <a:bodyPr/>
        <a:lstStyle/>
        <a:p>
          <a:endParaRPr lang="en-US"/>
        </a:p>
      </dgm:t>
    </dgm:pt>
    <dgm:pt modelId="{D27A84E3-F7BB-4D7C-945D-C8936E9E83AE}" type="sibTrans" cxnId="{AD423B3E-5585-4158-ADD5-6C2ABC83C7CC}">
      <dgm:prSet/>
      <dgm:spPr/>
      <dgm:t>
        <a:bodyPr/>
        <a:lstStyle/>
        <a:p>
          <a:endParaRPr lang="en-US"/>
        </a:p>
      </dgm:t>
    </dgm:pt>
    <dgm:pt modelId="{3B05DB90-5AB6-4FE6-97D9-3CB3F97825C3}" type="pres">
      <dgm:prSet presAssocID="{95EE5851-8584-4532-9D5C-3D82E9F21BC8}" presName="root" presStyleCnt="0">
        <dgm:presLayoutVars>
          <dgm:dir/>
          <dgm:resizeHandles val="exact"/>
        </dgm:presLayoutVars>
      </dgm:prSet>
      <dgm:spPr/>
    </dgm:pt>
    <dgm:pt modelId="{07599B5E-C0A9-45E5-97B3-D9BDB0962F49}" type="pres">
      <dgm:prSet presAssocID="{A1DF0C62-F4AD-4443-969D-3248E3358AAC}" presName="compNode" presStyleCnt="0"/>
      <dgm:spPr/>
    </dgm:pt>
    <dgm:pt modelId="{E20CD570-00F1-49A3-880E-8815CF04A692}" type="pres">
      <dgm:prSet presAssocID="{A1DF0C62-F4AD-4443-969D-3248E3358AAC}" presName="bgRect" presStyleLbl="bgShp" presStyleIdx="0" presStyleCnt="4" custLinFactNeighborX="323" custLinFactNeighborY="-197"/>
      <dgm:spPr/>
    </dgm:pt>
    <dgm:pt modelId="{765970CF-C9AB-4E89-BB9D-1039B3618E95}" type="pres">
      <dgm:prSet presAssocID="{A1DF0C62-F4AD-4443-969D-3248E3358AAC}" presName="iconRect" presStyleLbl="node1" presStyleIdx="0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 with solid fill"/>
        </a:ext>
      </dgm:extLst>
    </dgm:pt>
    <dgm:pt modelId="{B372C519-614E-4D7A-A4DE-33C224635835}" type="pres">
      <dgm:prSet presAssocID="{A1DF0C62-F4AD-4443-969D-3248E3358AAC}" presName="spaceRect" presStyleCnt="0"/>
      <dgm:spPr/>
    </dgm:pt>
    <dgm:pt modelId="{021B03EF-5AFE-4304-A754-E623CC442F7B}" type="pres">
      <dgm:prSet presAssocID="{A1DF0C62-F4AD-4443-969D-3248E3358AAC}" presName="parTx" presStyleLbl="revTx" presStyleIdx="0" presStyleCnt="4">
        <dgm:presLayoutVars>
          <dgm:chMax val="0"/>
          <dgm:chPref val="0"/>
        </dgm:presLayoutVars>
      </dgm:prSet>
      <dgm:spPr/>
    </dgm:pt>
    <dgm:pt modelId="{6358B004-EAD0-4C54-8EB2-4D25559D1063}" type="pres">
      <dgm:prSet presAssocID="{D27A84E3-F7BB-4D7C-945D-C8936E9E83AE}" presName="sibTrans" presStyleCnt="0"/>
      <dgm:spPr/>
    </dgm:pt>
    <dgm:pt modelId="{DFABF451-A12F-4365-A101-F784386266DA}" type="pres">
      <dgm:prSet presAssocID="{6CCF05F2-0306-42C8-976F-5E4B0FE19F96}" presName="compNode" presStyleCnt="0"/>
      <dgm:spPr/>
    </dgm:pt>
    <dgm:pt modelId="{CA408D05-608F-47CF-A54B-156BB423611A}" type="pres">
      <dgm:prSet presAssocID="{6CCF05F2-0306-42C8-976F-5E4B0FE19F96}" presName="bgRect" presStyleLbl="bgShp" presStyleIdx="1" presStyleCnt="4"/>
      <dgm:spPr/>
    </dgm:pt>
    <dgm:pt modelId="{AAE870A1-9E95-4902-8397-A3823D7C2C26}" type="pres">
      <dgm:prSet presAssocID="{6CCF05F2-0306-42C8-976F-5E4B0FE19F96}" presName="iconRect" presStyleLbl="node1" presStyleIdx="1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graph with upward trend with solid fill"/>
        </a:ext>
      </dgm:extLst>
    </dgm:pt>
    <dgm:pt modelId="{EA62FBEF-4C93-4E88-AA00-9F9B259FED5D}" type="pres">
      <dgm:prSet presAssocID="{6CCF05F2-0306-42C8-976F-5E4B0FE19F96}" presName="spaceRect" presStyleCnt="0"/>
      <dgm:spPr/>
    </dgm:pt>
    <dgm:pt modelId="{75CDF874-7B1A-4A7E-9E80-D74C0FAFAC26}" type="pres">
      <dgm:prSet presAssocID="{6CCF05F2-0306-42C8-976F-5E4B0FE19F96}" presName="parTx" presStyleLbl="revTx" presStyleIdx="1" presStyleCnt="4">
        <dgm:presLayoutVars>
          <dgm:chMax val="0"/>
          <dgm:chPref val="0"/>
        </dgm:presLayoutVars>
      </dgm:prSet>
      <dgm:spPr/>
    </dgm:pt>
    <dgm:pt modelId="{6794DAEF-E147-425D-B62C-F007321EA634}" type="pres">
      <dgm:prSet presAssocID="{BCDB7AA0-A828-4B9A-8BF7-028FA207BF7D}" presName="sibTrans" presStyleCnt="0"/>
      <dgm:spPr/>
    </dgm:pt>
    <dgm:pt modelId="{A2168D2A-DB52-405B-AFE2-829B9190618C}" type="pres">
      <dgm:prSet presAssocID="{C84DD9B4-1524-47EF-9845-FD561CDE6069}" presName="compNode" presStyleCnt="0"/>
      <dgm:spPr/>
    </dgm:pt>
    <dgm:pt modelId="{35FC3B97-2793-4DFE-BC3D-81858808D6E8}" type="pres">
      <dgm:prSet presAssocID="{C84DD9B4-1524-47EF-9845-FD561CDE6069}" presName="bgRect" presStyleLbl="bgShp" presStyleIdx="2" presStyleCnt="4"/>
      <dgm:spPr/>
    </dgm:pt>
    <dgm:pt modelId="{58003991-1CEE-43D5-ACC2-2705D371B764}" type="pres">
      <dgm:prSet presAssocID="{C84DD9B4-1524-47EF-9845-FD561CDE6069}" presName="iconRect" presStyleLbl="node1" presStyleIdx="2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use And Effect with solid fill"/>
        </a:ext>
      </dgm:extLst>
    </dgm:pt>
    <dgm:pt modelId="{E059256F-66C6-4802-AA02-E41B034F420A}" type="pres">
      <dgm:prSet presAssocID="{C84DD9B4-1524-47EF-9845-FD561CDE6069}" presName="spaceRect" presStyleCnt="0"/>
      <dgm:spPr/>
    </dgm:pt>
    <dgm:pt modelId="{9BAD7FC6-233B-4F17-B33D-7DAFFC7F85D0}" type="pres">
      <dgm:prSet presAssocID="{C84DD9B4-1524-47EF-9845-FD561CDE6069}" presName="parTx" presStyleLbl="revTx" presStyleIdx="2" presStyleCnt="4">
        <dgm:presLayoutVars>
          <dgm:chMax val="0"/>
          <dgm:chPref val="0"/>
        </dgm:presLayoutVars>
      </dgm:prSet>
      <dgm:spPr/>
    </dgm:pt>
    <dgm:pt modelId="{0B810246-EE67-439B-9533-DA9BBAA2FE28}" type="pres">
      <dgm:prSet presAssocID="{98B57394-D4E2-499C-9628-EDEFB6BA3F34}" presName="sibTrans" presStyleCnt="0"/>
      <dgm:spPr/>
    </dgm:pt>
    <dgm:pt modelId="{4C0E4355-29CE-4AC6-A046-891AC958DE7E}" type="pres">
      <dgm:prSet presAssocID="{1A39F299-0EDC-459F-8E7E-033C65BCF9D3}" presName="compNode" presStyleCnt="0"/>
      <dgm:spPr/>
    </dgm:pt>
    <dgm:pt modelId="{348901C1-7F0D-48DD-AC6D-E1B4FB734CA5}" type="pres">
      <dgm:prSet presAssocID="{1A39F299-0EDC-459F-8E7E-033C65BCF9D3}" presName="bgRect" presStyleLbl="bgShp" presStyleIdx="3" presStyleCnt="4"/>
      <dgm:spPr/>
    </dgm:pt>
    <dgm:pt modelId="{286D9110-A049-4840-BD5A-A41EB9051E96}" type="pres">
      <dgm:prSet presAssocID="{1A39F299-0EDC-459F-8E7E-033C65BCF9D3}" presName="iconRect" presStyleLbl="node1" presStyleIdx="3" presStyleCnt="4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tificial Intelligence with solid fill"/>
        </a:ext>
      </dgm:extLst>
    </dgm:pt>
    <dgm:pt modelId="{A1BAFD71-76E4-4238-A3C4-E8B412529CEC}" type="pres">
      <dgm:prSet presAssocID="{1A39F299-0EDC-459F-8E7E-033C65BCF9D3}" presName="spaceRect" presStyleCnt="0"/>
      <dgm:spPr/>
    </dgm:pt>
    <dgm:pt modelId="{C134294C-695E-4AF7-BE7C-6CB89E995C8A}" type="pres">
      <dgm:prSet presAssocID="{1A39F299-0EDC-459F-8E7E-033C65BCF9D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CC2102B-5E0D-43D3-A086-D17508E67836}" type="presOf" srcId="{95EE5851-8584-4532-9D5C-3D82E9F21BC8}" destId="{3B05DB90-5AB6-4FE6-97D9-3CB3F97825C3}" srcOrd="0" destOrd="0" presId="urn:microsoft.com/office/officeart/2018/2/layout/IconVerticalSolidList"/>
    <dgm:cxn modelId="{AD423B3E-5585-4158-ADD5-6C2ABC83C7CC}" srcId="{95EE5851-8584-4532-9D5C-3D82E9F21BC8}" destId="{A1DF0C62-F4AD-4443-969D-3248E3358AAC}" srcOrd="0" destOrd="0" parTransId="{AA9710B0-539A-4255-83B3-5DE7F1001415}" sibTransId="{D27A84E3-F7BB-4D7C-945D-C8936E9E83AE}"/>
    <dgm:cxn modelId="{739BCE4E-EBE4-4A6F-914D-D26CFA771677}" srcId="{95EE5851-8584-4532-9D5C-3D82E9F21BC8}" destId="{1A39F299-0EDC-459F-8E7E-033C65BCF9D3}" srcOrd="3" destOrd="0" parTransId="{EEC0CC40-7D15-4A6D-8656-4EB32AAC3383}" sibTransId="{A05BFBE9-8A31-49F4-B97A-16C505714A92}"/>
    <dgm:cxn modelId="{3D3C376D-F4C6-40D4-B881-49078D45BB1B}" type="presOf" srcId="{A1DF0C62-F4AD-4443-969D-3248E3358AAC}" destId="{021B03EF-5AFE-4304-A754-E623CC442F7B}" srcOrd="0" destOrd="0" presId="urn:microsoft.com/office/officeart/2018/2/layout/IconVerticalSolidList"/>
    <dgm:cxn modelId="{D285BD75-5980-43A9-9871-3AFCAF42AF87}" srcId="{95EE5851-8584-4532-9D5C-3D82E9F21BC8}" destId="{C84DD9B4-1524-47EF-9845-FD561CDE6069}" srcOrd="2" destOrd="0" parTransId="{181C39D4-0A9A-4B24-856F-1DFC1490A7AF}" sibTransId="{98B57394-D4E2-499C-9628-EDEFB6BA3F34}"/>
    <dgm:cxn modelId="{82FCDE99-51A0-475F-B3D3-DA0AFD5A8696}" srcId="{95EE5851-8584-4532-9D5C-3D82E9F21BC8}" destId="{6CCF05F2-0306-42C8-976F-5E4B0FE19F96}" srcOrd="1" destOrd="0" parTransId="{C006A59E-91FB-4516-ABD7-69266B5005D4}" sibTransId="{BCDB7AA0-A828-4B9A-8BF7-028FA207BF7D}"/>
    <dgm:cxn modelId="{9F13009B-22C6-4D0E-A155-556E128EBF21}" type="presOf" srcId="{6CCF05F2-0306-42C8-976F-5E4B0FE19F96}" destId="{75CDF874-7B1A-4A7E-9E80-D74C0FAFAC26}" srcOrd="0" destOrd="0" presId="urn:microsoft.com/office/officeart/2018/2/layout/IconVerticalSolidList"/>
    <dgm:cxn modelId="{C1B06EEE-9985-4E0D-83DD-A4E9BF344D83}" type="presOf" srcId="{C84DD9B4-1524-47EF-9845-FD561CDE6069}" destId="{9BAD7FC6-233B-4F17-B33D-7DAFFC7F85D0}" srcOrd="0" destOrd="0" presId="urn:microsoft.com/office/officeart/2018/2/layout/IconVerticalSolidList"/>
    <dgm:cxn modelId="{67F7E4FF-2711-44F8-8721-C9D35E97AFF9}" type="presOf" srcId="{1A39F299-0EDC-459F-8E7E-033C65BCF9D3}" destId="{C134294C-695E-4AF7-BE7C-6CB89E995C8A}" srcOrd="0" destOrd="0" presId="urn:microsoft.com/office/officeart/2018/2/layout/IconVerticalSolidList"/>
    <dgm:cxn modelId="{C6668EA5-13DB-4CAD-B2CD-427160D1A09B}" type="presParOf" srcId="{3B05DB90-5AB6-4FE6-97D9-3CB3F97825C3}" destId="{07599B5E-C0A9-45E5-97B3-D9BDB0962F49}" srcOrd="0" destOrd="0" presId="urn:microsoft.com/office/officeart/2018/2/layout/IconVerticalSolidList"/>
    <dgm:cxn modelId="{397D844D-8879-4398-A7AC-96812AF6F904}" type="presParOf" srcId="{07599B5E-C0A9-45E5-97B3-D9BDB0962F49}" destId="{E20CD570-00F1-49A3-880E-8815CF04A692}" srcOrd="0" destOrd="0" presId="urn:microsoft.com/office/officeart/2018/2/layout/IconVerticalSolidList"/>
    <dgm:cxn modelId="{F738AD85-B71A-4DE4-A95C-6D68E1916FD1}" type="presParOf" srcId="{07599B5E-C0A9-45E5-97B3-D9BDB0962F49}" destId="{765970CF-C9AB-4E89-BB9D-1039B3618E95}" srcOrd="1" destOrd="0" presId="urn:microsoft.com/office/officeart/2018/2/layout/IconVerticalSolidList"/>
    <dgm:cxn modelId="{76DD9E78-0732-4D9C-B6F5-1D3D55C6F15A}" type="presParOf" srcId="{07599B5E-C0A9-45E5-97B3-D9BDB0962F49}" destId="{B372C519-614E-4D7A-A4DE-33C224635835}" srcOrd="2" destOrd="0" presId="urn:microsoft.com/office/officeart/2018/2/layout/IconVerticalSolidList"/>
    <dgm:cxn modelId="{2F20047B-BAEF-4A5D-9EA6-48933974F03A}" type="presParOf" srcId="{07599B5E-C0A9-45E5-97B3-D9BDB0962F49}" destId="{021B03EF-5AFE-4304-A754-E623CC442F7B}" srcOrd="3" destOrd="0" presId="urn:microsoft.com/office/officeart/2018/2/layout/IconVerticalSolidList"/>
    <dgm:cxn modelId="{FB0DA25D-A2A0-4E50-834F-8EFF7D438041}" type="presParOf" srcId="{3B05DB90-5AB6-4FE6-97D9-3CB3F97825C3}" destId="{6358B004-EAD0-4C54-8EB2-4D25559D1063}" srcOrd="1" destOrd="0" presId="urn:microsoft.com/office/officeart/2018/2/layout/IconVerticalSolidList"/>
    <dgm:cxn modelId="{B50C5E25-1C6D-4C74-91D7-D448421A5638}" type="presParOf" srcId="{3B05DB90-5AB6-4FE6-97D9-3CB3F97825C3}" destId="{DFABF451-A12F-4365-A101-F784386266DA}" srcOrd="2" destOrd="0" presId="urn:microsoft.com/office/officeart/2018/2/layout/IconVerticalSolidList"/>
    <dgm:cxn modelId="{9994FBD8-8201-4818-BFFB-8893B095FF57}" type="presParOf" srcId="{DFABF451-A12F-4365-A101-F784386266DA}" destId="{CA408D05-608F-47CF-A54B-156BB423611A}" srcOrd="0" destOrd="0" presId="urn:microsoft.com/office/officeart/2018/2/layout/IconVerticalSolidList"/>
    <dgm:cxn modelId="{A9D870DD-F398-457D-8BB9-ECBE0BF653B4}" type="presParOf" srcId="{DFABF451-A12F-4365-A101-F784386266DA}" destId="{AAE870A1-9E95-4902-8397-A3823D7C2C26}" srcOrd="1" destOrd="0" presId="urn:microsoft.com/office/officeart/2018/2/layout/IconVerticalSolidList"/>
    <dgm:cxn modelId="{5A48384A-B0EE-45B1-BD95-723D999A4347}" type="presParOf" srcId="{DFABF451-A12F-4365-A101-F784386266DA}" destId="{EA62FBEF-4C93-4E88-AA00-9F9B259FED5D}" srcOrd="2" destOrd="0" presId="urn:microsoft.com/office/officeart/2018/2/layout/IconVerticalSolidList"/>
    <dgm:cxn modelId="{432EBAF0-426D-4DEA-A200-10FED22CF08C}" type="presParOf" srcId="{DFABF451-A12F-4365-A101-F784386266DA}" destId="{75CDF874-7B1A-4A7E-9E80-D74C0FAFAC26}" srcOrd="3" destOrd="0" presId="urn:microsoft.com/office/officeart/2018/2/layout/IconVerticalSolidList"/>
    <dgm:cxn modelId="{21A72F1F-ACCE-469E-8C4D-268764BCA997}" type="presParOf" srcId="{3B05DB90-5AB6-4FE6-97D9-3CB3F97825C3}" destId="{6794DAEF-E147-425D-B62C-F007321EA634}" srcOrd="3" destOrd="0" presId="urn:microsoft.com/office/officeart/2018/2/layout/IconVerticalSolidList"/>
    <dgm:cxn modelId="{0D67084D-AF31-4352-8B01-242E029FD9E6}" type="presParOf" srcId="{3B05DB90-5AB6-4FE6-97D9-3CB3F97825C3}" destId="{A2168D2A-DB52-405B-AFE2-829B9190618C}" srcOrd="4" destOrd="0" presId="urn:microsoft.com/office/officeart/2018/2/layout/IconVerticalSolidList"/>
    <dgm:cxn modelId="{5DA65C8C-2F12-44D5-92C9-6C9267296741}" type="presParOf" srcId="{A2168D2A-DB52-405B-AFE2-829B9190618C}" destId="{35FC3B97-2793-4DFE-BC3D-81858808D6E8}" srcOrd="0" destOrd="0" presId="urn:microsoft.com/office/officeart/2018/2/layout/IconVerticalSolidList"/>
    <dgm:cxn modelId="{F157E729-CF9D-48F9-8E91-28F6473D8E50}" type="presParOf" srcId="{A2168D2A-DB52-405B-AFE2-829B9190618C}" destId="{58003991-1CEE-43D5-ACC2-2705D371B764}" srcOrd="1" destOrd="0" presId="urn:microsoft.com/office/officeart/2018/2/layout/IconVerticalSolidList"/>
    <dgm:cxn modelId="{E44DF12A-4BF8-4626-AD9D-84D88207C34D}" type="presParOf" srcId="{A2168D2A-DB52-405B-AFE2-829B9190618C}" destId="{E059256F-66C6-4802-AA02-E41B034F420A}" srcOrd="2" destOrd="0" presId="urn:microsoft.com/office/officeart/2018/2/layout/IconVerticalSolidList"/>
    <dgm:cxn modelId="{166F098C-DE43-45DD-9B16-B66D40179618}" type="presParOf" srcId="{A2168D2A-DB52-405B-AFE2-829B9190618C}" destId="{9BAD7FC6-233B-4F17-B33D-7DAFFC7F85D0}" srcOrd="3" destOrd="0" presId="urn:microsoft.com/office/officeart/2018/2/layout/IconVerticalSolidList"/>
    <dgm:cxn modelId="{142F9AAD-6A1D-4BA7-981B-93AE55129F05}" type="presParOf" srcId="{3B05DB90-5AB6-4FE6-97D9-3CB3F97825C3}" destId="{0B810246-EE67-439B-9533-DA9BBAA2FE28}" srcOrd="5" destOrd="0" presId="urn:microsoft.com/office/officeart/2018/2/layout/IconVerticalSolidList"/>
    <dgm:cxn modelId="{AC483611-B454-4B00-B1F0-FA3CA8C0C0A0}" type="presParOf" srcId="{3B05DB90-5AB6-4FE6-97D9-3CB3F97825C3}" destId="{4C0E4355-29CE-4AC6-A046-891AC958DE7E}" srcOrd="6" destOrd="0" presId="urn:microsoft.com/office/officeart/2018/2/layout/IconVerticalSolidList"/>
    <dgm:cxn modelId="{1034D1C4-AD3A-4818-BA02-FA7F0BB330C1}" type="presParOf" srcId="{4C0E4355-29CE-4AC6-A046-891AC958DE7E}" destId="{348901C1-7F0D-48DD-AC6D-E1B4FB734CA5}" srcOrd="0" destOrd="0" presId="urn:microsoft.com/office/officeart/2018/2/layout/IconVerticalSolidList"/>
    <dgm:cxn modelId="{EA76868D-595C-45BB-9074-239191659259}" type="presParOf" srcId="{4C0E4355-29CE-4AC6-A046-891AC958DE7E}" destId="{286D9110-A049-4840-BD5A-A41EB9051E96}" srcOrd="1" destOrd="0" presId="urn:microsoft.com/office/officeart/2018/2/layout/IconVerticalSolidList"/>
    <dgm:cxn modelId="{56041F90-38C8-4C35-925A-41BA8D9E5F6F}" type="presParOf" srcId="{4C0E4355-29CE-4AC6-A046-891AC958DE7E}" destId="{A1BAFD71-76E4-4238-A3C4-E8B412529CEC}" srcOrd="2" destOrd="0" presId="urn:microsoft.com/office/officeart/2018/2/layout/IconVerticalSolidList"/>
    <dgm:cxn modelId="{C1C9380B-2405-47A7-A8C1-A959D3C6493D}" type="presParOf" srcId="{4C0E4355-29CE-4AC6-A046-891AC958DE7E}" destId="{C134294C-695E-4AF7-BE7C-6CB89E995C8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E9FCB8C-3B64-4C70-AA13-4A877C64E817}" type="doc">
      <dgm:prSet loTypeId="urn:microsoft.com/office/officeart/2005/8/layout/list1" loCatId="list" qsTypeId="urn:microsoft.com/office/officeart/2005/8/quickstyle/simple1#6" qsCatId="simple" csTypeId="urn:microsoft.com/office/officeart/2005/8/colors/colorful4#2" csCatId="colorful" phldr="1"/>
      <dgm:spPr/>
      <dgm:t>
        <a:bodyPr/>
        <a:lstStyle/>
        <a:p>
          <a:endParaRPr lang="en-US"/>
        </a:p>
      </dgm:t>
    </dgm:pt>
    <dgm:pt modelId="{AB5ED77B-B922-4A79-BA6D-9A473236C541}">
      <dgm:prSet/>
      <dgm:spPr/>
      <dgm:t>
        <a:bodyPr/>
        <a:lstStyle/>
        <a:p>
          <a:r>
            <a:rPr lang="en-US" dirty="0"/>
            <a:t>Customer Segmentation</a:t>
          </a:r>
        </a:p>
      </dgm:t>
    </dgm:pt>
    <dgm:pt modelId="{F889C79B-E0BB-4F06-9015-C7DC3B1CC55C}" type="parTrans" cxnId="{DDD3ECB4-70A6-49CF-8802-E46C00636A2F}">
      <dgm:prSet/>
      <dgm:spPr/>
      <dgm:t>
        <a:bodyPr/>
        <a:lstStyle/>
        <a:p>
          <a:endParaRPr lang="en-US"/>
        </a:p>
      </dgm:t>
    </dgm:pt>
    <dgm:pt modelId="{092806EB-0844-49A0-B836-EF108FA51665}" type="sibTrans" cxnId="{DDD3ECB4-70A6-49CF-8802-E46C00636A2F}">
      <dgm:prSet/>
      <dgm:spPr/>
      <dgm:t>
        <a:bodyPr/>
        <a:lstStyle/>
        <a:p>
          <a:endParaRPr lang="en-US"/>
        </a:p>
      </dgm:t>
    </dgm:pt>
    <dgm:pt modelId="{7604D830-018B-425B-BC4F-EDEBCB7A2AC1}">
      <dgm:prSet/>
      <dgm:spPr/>
      <dgm:t>
        <a:bodyPr/>
        <a:lstStyle/>
        <a:p>
          <a:pPr>
            <a:buNone/>
          </a:pPr>
          <a:r>
            <a:rPr lang="en-US" b="0" i="0">
              <a:latin typeface="Bitstream Charter"/>
            </a:rPr>
            <a:t>Select </a:t>
          </a:r>
          <a:r>
            <a:rPr lang="en-US" b="0" i="0" dirty="0">
              <a:latin typeface="Bitstream Charter"/>
            </a:rPr>
            <a:t>cluster count, fit segments, and profile treatment response after </a:t>
          </a:r>
          <a:r>
            <a:rPr lang="en-US" b="0" i="0">
              <a:latin typeface="Bitstream Charter"/>
            </a:rPr>
            <a:t>clustering.</a:t>
          </a:r>
          <a:endParaRPr lang="en-US" dirty="0"/>
        </a:p>
      </dgm:t>
    </dgm:pt>
    <dgm:pt modelId="{140DE06D-45FA-40CA-8E48-892574E2286B}" type="parTrans" cxnId="{F7CA2497-1D36-40EC-A276-017BC8550404}">
      <dgm:prSet/>
      <dgm:spPr/>
      <dgm:t>
        <a:bodyPr/>
        <a:lstStyle/>
        <a:p>
          <a:endParaRPr lang="en-US"/>
        </a:p>
      </dgm:t>
    </dgm:pt>
    <dgm:pt modelId="{F932358B-262E-4457-8E1E-EA82B7BA71ED}" type="sibTrans" cxnId="{F7CA2497-1D36-40EC-A276-017BC8550404}">
      <dgm:prSet/>
      <dgm:spPr/>
      <dgm:t>
        <a:bodyPr/>
        <a:lstStyle/>
        <a:p>
          <a:endParaRPr lang="en-US"/>
        </a:p>
      </dgm:t>
    </dgm:pt>
    <dgm:pt modelId="{2F2CEC69-05C9-4E48-A0BD-2133202F9F9E}">
      <dgm:prSet/>
      <dgm:spPr/>
      <dgm:t>
        <a:bodyPr/>
        <a:lstStyle/>
        <a:p>
          <a:r>
            <a:rPr lang="en-US" dirty="0"/>
            <a:t>Propensity vs Uplift</a:t>
          </a:r>
        </a:p>
      </dgm:t>
    </dgm:pt>
    <dgm:pt modelId="{9EE6D78B-3C80-4236-8FE1-C614E617F73E}" type="parTrans" cxnId="{B6DF77FD-1A08-4D4E-A1FB-165465B3533F}">
      <dgm:prSet/>
      <dgm:spPr/>
      <dgm:t>
        <a:bodyPr/>
        <a:lstStyle/>
        <a:p>
          <a:endParaRPr lang="en-US"/>
        </a:p>
      </dgm:t>
    </dgm:pt>
    <dgm:pt modelId="{F51059EF-F297-4CDE-B4EE-EAA82660D33C}" type="sibTrans" cxnId="{B6DF77FD-1A08-4D4E-A1FB-165465B3533F}">
      <dgm:prSet/>
      <dgm:spPr/>
      <dgm:t>
        <a:bodyPr/>
        <a:lstStyle/>
        <a:p>
          <a:endParaRPr lang="en-US"/>
        </a:p>
      </dgm:t>
    </dgm:pt>
    <dgm:pt modelId="{BDF4061A-2454-47F8-A1C5-B62B74BA7A4E}">
      <dgm:prSet/>
      <dgm:spPr/>
      <dgm:t>
        <a:bodyPr/>
        <a:lstStyle/>
        <a:p>
          <a:pPr>
            <a:buNone/>
          </a:pPr>
          <a:r>
            <a:rPr lang="en-US" b="0" i="0" dirty="0">
              <a:latin typeface="Bitstream Charter"/>
            </a:rPr>
            <a:t>Train the propensity baseline, then T-Learner, X-Learner, and an ensemble for both email treatments.</a:t>
          </a:r>
          <a:endParaRPr lang="en-US" dirty="0"/>
        </a:p>
      </dgm:t>
    </dgm:pt>
    <dgm:pt modelId="{97D940DE-65C1-42B1-932F-F002BE1E95AD}" type="parTrans" cxnId="{06F09F63-9944-4CCB-AD2C-3CFB93027BCD}">
      <dgm:prSet/>
      <dgm:spPr/>
      <dgm:t>
        <a:bodyPr/>
        <a:lstStyle/>
        <a:p>
          <a:endParaRPr lang="en-US"/>
        </a:p>
      </dgm:t>
    </dgm:pt>
    <dgm:pt modelId="{43A3D5E4-00E7-4D29-ACCE-3E24C90EF562}" type="sibTrans" cxnId="{06F09F63-9944-4CCB-AD2C-3CFB93027BCD}">
      <dgm:prSet/>
      <dgm:spPr/>
      <dgm:t>
        <a:bodyPr/>
        <a:lstStyle/>
        <a:p>
          <a:endParaRPr lang="en-US"/>
        </a:p>
      </dgm:t>
    </dgm:pt>
    <dgm:pt modelId="{8E70BE4C-B9FD-49D1-B8A9-9D6E54A7ADF7}">
      <dgm:prSet phldrT="[Text]" phldr="0"/>
      <dgm:spPr/>
      <dgm:t>
        <a:bodyPr/>
        <a:lstStyle/>
        <a:p>
          <a:r>
            <a:rPr lang="en-US" dirty="0"/>
            <a:t>Generative AI campaign orchestration</a:t>
          </a:r>
        </a:p>
      </dgm:t>
    </dgm:pt>
    <dgm:pt modelId="{63EE9566-E401-485F-B914-F9BCA99BDE23}" type="parTrans" cxnId="{2F7AF248-9358-4ACA-9F81-F4ED068AF295}">
      <dgm:prSet/>
      <dgm:spPr/>
      <dgm:t>
        <a:bodyPr/>
        <a:lstStyle/>
        <a:p>
          <a:endParaRPr lang="en-US"/>
        </a:p>
      </dgm:t>
    </dgm:pt>
    <dgm:pt modelId="{4145D411-893F-4DBD-A18F-8531DB3D20A9}" type="sibTrans" cxnId="{2F7AF248-9358-4ACA-9F81-F4ED068AF295}">
      <dgm:prSet/>
      <dgm:spPr/>
      <dgm:t>
        <a:bodyPr/>
        <a:lstStyle/>
        <a:p>
          <a:endParaRPr lang="en-US"/>
        </a:p>
      </dgm:t>
    </dgm:pt>
    <dgm:pt modelId="{B8A70D72-2D7F-4757-9381-56C26982318D}">
      <dgm:prSet phldrT="[Text]" phldr="0"/>
      <dgm:spPr/>
      <dgm:t>
        <a:bodyPr/>
        <a:lstStyle/>
        <a:p>
          <a:r>
            <a:rPr lang="en-US" dirty="0"/>
            <a:t>Budget and reliability evaluation</a:t>
          </a:r>
        </a:p>
      </dgm:t>
    </dgm:pt>
    <dgm:pt modelId="{8B1341A1-319C-4871-83A0-21181DB7CF1E}" type="parTrans" cxnId="{2042C39A-C2F2-49F1-884F-E8450FE5A198}">
      <dgm:prSet/>
      <dgm:spPr/>
      <dgm:t>
        <a:bodyPr/>
        <a:lstStyle/>
        <a:p>
          <a:endParaRPr lang="en-US"/>
        </a:p>
      </dgm:t>
    </dgm:pt>
    <dgm:pt modelId="{B149CCDB-EC15-466D-8DC6-3061AB0AA8D1}" type="sibTrans" cxnId="{2042C39A-C2F2-49F1-884F-E8450FE5A198}">
      <dgm:prSet/>
      <dgm:spPr/>
      <dgm:t>
        <a:bodyPr/>
        <a:lstStyle/>
        <a:p>
          <a:endParaRPr lang="en-US"/>
        </a:p>
      </dgm:t>
    </dgm:pt>
    <dgm:pt modelId="{E19C6E13-2FDA-46D4-B7C4-EFC379794739}">
      <dgm:prSet/>
      <dgm:spPr/>
      <dgm:t>
        <a:bodyPr/>
        <a:lstStyle/>
        <a:p>
          <a:pPr>
            <a:buNone/>
          </a:pPr>
          <a:r>
            <a:rPr lang="en-US" b="0" i="0" dirty="0">
              <a:latin typeface="Bitstream Charter"/>
            </a:rPr>
            <a:t>Compare incremental conversions at 5%, 10%, and 20%; repeat splits to measure ranking and recommendation agreement.</a:t>
          </a:r>
          <a:endParaRPr lang="en-US" dirty="0"/>
        </a:p>
      </dgm:t>
    </dgm:pt>
    <dgm:pt modelId="{AC57A987-D27E-4863-BAA8-572D1B0FD653}" type="parTrans" cxnId="{F9A11CB5-EDA8-4537-8C91-3C5713169FB3}">
      <dgm:prSet/>
      <dgm:spPr/>
      <dgm:t>
        <a:bodyPr/>
        <a:lstStyle/>
        <a:p>
          <a:endParaRPr lang="en-US"/>
        </a:p>
      </dgm:t>
    </dgm:pt>
    <dgm:pt modelId="{C743BF7C-E1A5-43BE-8569-FAAC9620286A}" type="sibTrans" cxnId="{F9A11CB5-EDA8-4537-8C91-3C5713169FB3}">
      <dgm:prSet/>
      <dgm:spPr/>
      <dgm:t>
        <a:bodyPr/>
        <a:lstStyle/>
        <a:p>
          <a:endParaRPr lang="en-US"/>
        </a:p>
      </dgm:t>
    </dgm:pt>
    <dgm:pt modelId="{B1D35F65-36FB-4D1A-BA81-0C017BE83326}">
      <dgm:prSet/>
      <dgm:spPr/>
      <dgm:t>
        <a:bodyPr/>
        <a:lstStyle/>
        <a:p>
          <a:pPr>
            <a:buNone/>
          </a:pPr>
          <a:r>
            <a:rPr lang="en-US" b="0" i="0" dirty="0">
              <a:latin typeface="Bitstream Charter"/>
            </a:rPr>
            <a:t>Generate multi-step messages from selected customer profiles and score relevance, factual grounding, and treatment alignment.</a:t>
          </a:r>
          <a:endParaRPr lang="en-US" dirty="0"/>
        </a:p>
      </dgm:t>
    </dgm:pt>
    <dgm:pt modelId="{387B75CB-827F-4589-8CB9-A711E83E0EAA}" type="parTrans" cxnId="{BD134591-2FD7-41EB-97FF-C58F92820A88}">
      <dgm:prSet/>
      <dgm:spPr/>
      <dgm:t>
        <a:bodyPr/>
        <a:lstStyle/>
        <a:p>
          <a:endParaRPr lang="en-US"/>
        </a:p>
      </dgm:t>
    </dgm:pt>
    <dgm:pt modelId="{C287F2D2-8C55-4C86-A415-9EB18949967E}" type="sibTrans" cxnId="{BD134591-2FD7-41EB-97FF-C58F92820A88}">
      <dgm:prSet/>
      <dgm:spPr/>
      <dgm:t>
        <a:bodyPr/>
        <a:lstStyle/>
        <a:p>
          <a:endParaRPr lang="en-US"/>
        </a:p>
      </dgm:t>
    </dgm:pt>
    <dgm:pt modelId="{2D080A38-7A2E-4E81-B813-532D408ABC55}" type="pres">
      <dgm:prSet presAssocID="{DE9FCB8C-3B64-4C70-AA13-4A877C64E817}" presName="linear" presStyleCnt="0">
        <dgm:presLayoutVars>
          <dgm:dir/>
          <dgm:animLvl val="lvl"/>
          <dgm:resizeHandles val="exact"/>
        </dgm:presLayoutVars>
      </dgm:prSet>
      <dgm:spPr/>
    </dgm:pt>
    <dgm:pt modelId="{2611F36D-E1CB-4A96-9041-493AFC8FA081}" type="pres">
      <dgm:prSet presAssocID="{AB5ED77B-B922-4A79-BA6D-9A473236C541}" presName="parentLin" presStyleCnt="0"/>
      <dgm:spPr/>
    </dgm:pt>
    <dgm:pt modelId="{CE9CB66A-5820-410D-848B-31F3B8743845}" type="pres">
      <dgm:prSet presAssocID="{AB5ED77B-B922-4A79-BA6D-9A473236C541}" presName="parentLeftMargin" presStyleLbl="node1" presStyleIdx="0" presStyleCnt="4"/>
      <dgm:spPr/>
    </dgm:pt>
    <dgm:pt modelId="{92A95EDA-4C83-4419-AFE5-2CFE08CDB208}" type="pres">
      <dgm:prSet presAssocID="{AB5ED77B-B922-4A79-BA6D-9A473236C54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FDB34894-18A8-4B93-A22C-DDE85A985132}" type="pres">
      <dgm:prSet presAssocID="{AB5ED77B-B922-4A79-BA6D-9A473236C541}" presName="negativeSpace" presStyleCnt="0"/>
      <dgm:spPr/>
    </dgm:pt>
    <dgm:pt modelId="{6AE30056-0D1F-412E-95FC-D0911F54D19A}" type="pres">
      <dgm:prSet presAssocID="{AB5ED77B-B922-4A79-BA6D-9A473236C541}" presName="childText" presStyleLbl="conFgAcc1" presStyleIdx="0" presStyleCnt="4">
        <dgm:presLayoutVars>
          <dgm:bulletEnabled val="1"/>
        </dgm:presLayoutVars>
      </dgm:prSet>
      <dgm:spPr/>
    </dgm:pt>
    <dgm:pt modelId="{12174045-7260-4F70-BD90-41E726E2508C}" type="pres">
      <dgm:prSet presAssocID="{092806EB-0844-49A0-B836-EF108FA51665}" presName="spaceBetweenRectangles" presStyleCnt="0"/>
      <dgm:spPr/>
    </dgm:pt>
    <dgm:pt modelId="{72B1A8B3-C4B1-4E99-861E-6D87AB7BD091}" type="pres">
      <dgm:prSet presAssocID="{2F2CEC69-05C9-4E48-A0BD-2133202F9F9E}" presName="parentLin" presStyleCnt="0"/>
      <dgm:spPr/>
    </dgm:pt>
    <dgm:pt modelId="{D5D82F6A-ABE5-47CA-BF00-84D991A92AB8}" type="pres">
      <dgm:prSet presAssocID="{2F2CEC69-05C9-4E48-A0BD-2133202F9F9E}" presName="parentLeftMargin" presStyleLbl="node1" presStyleIdx="0" presStyleCnt="4"/>
      <dgm:spPr/>
    </dgm:pt>
    <dgm:pt modelId="{FCD2BF8C-2F01-4879-ABAE-A617E8307840}" type="pres">
      <dgm:prSet presAssocID="{2F2CEC69-05C9-4E48-A0BD-2133202F9F9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4F94747-3439-40EF-BE19-F29DE2820ADF}" type="pres">
      <dgm:prSet presAssocID="{2F2CEC69-05C9-4E48-A0BD-2133202F9F9E}" presName="negativeSpace" presStyleCnt="0"/>
      <dgm:spPr/>
    </dgm:pt>
    <dgm:pt modelId="{2A180937-4FE6-4819-9661-EFE0CC42F764}" type="pres">
      <dgm:prSet presAssocID="{2F2CEC69-05C9-4E48-A0BD-2133202F9F9E}" presName="childText" presStyleLbl="conFgAcc1" presStyleIdx="1" presStyleCnt="4">
        <dgm:presLayoutVars>
          <dgm:bulletEnabled val="1"/>
        </dgm:presLayoutVars>
      </dgm:prSet>
      <dgm:spPr/>
    </dgm:pt>
    <dgm:pt modelId="{E04974E0-1B85-471F-AA7F-621F462F6EA1}" type="pres">
      <dgm:prSet presAssocID="{F51059EF-F297-4CDE-B4EE-EAA82660D33C}" presName="spaceBetweenRectangles" presStyleCnt="0"/>
      <dgm:spPr/>
    </dgm:pt>
    <dgm:pt modelId="{6A79F0C4-BD30-4EF9-AFAC-2C8FA22AEA5C}" type="pres">
      <dgm:prSet presAssocID="{B8A70D72-2D7F-4757-9381-56C26982318D}" presName="parentLin" presStyleCnt="0"/>
      <dgm:spPr/>
    </dgm:pt>
    <dgm:pt modelId="{147102D4-8064-4749-998C-BAEAB9E8E953}" type="pres">
      <dgm:prSet presAssocID="{B8A70D72-2D7F-4757-9381-56C26982318D}" presName="parentLeftMargin" presStyleLbl="node1" presStyleIdx="1" presStyleCnt="4"/>
      <dgm:spPr/>
    </dgm:pt>
    <dgm:pt modelId="{8628921C-C26E-4BEC-A886-B496F150B3A0}" type="pres">
      <dgm:prSet presAssocID="{B8A70D72-2D7F-4757-9381-56C26982318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E938927-B0C1-482C-88A4-0A37520BED4E}" type="pres">
      <dgm:prSet presAssocID="{B8A70D72-2D7F-4757-9381-56C26982318D}" presName="negativeSpace" presStyleCnt="0"/>
      <dgm:spPr/>
    </dgm:pt>
    <dgm:pt modelId="{3EA7ECA9-609D-4E61-B060-34C7F6F00976}" type="pres">
      <dgm:prSet presAssocID="{B8A70D72-2D7F-4757-9381-56C26982318D}" presName="childText" presStyleLbl="conFgAcc1" presStyleIdx="2" presStyleCnt="4">
        <dgm:presLayoutVars>
          <dgm:bulletEnabled val="1"/>
        </dgm:presLayoutVars>
      </dgm:prSet>
      <dgm:spPr/>
    </dgm:pt>
    <dgm:pt modelId="{3FFD93F6-B976-4BCA-AD1F-934A718BF10D}" type="pres">
      <dgm:prSet presAssocID="{B149CCDB-EC15-466D-8DC6-3061AB0AA8D1}" presName="spaceBetweenRectangles" presStyleCnt="0"/>
      <dgm:spPr/>
    </dgm:pt>
    <dgm:pt modelId="{E71773FC-3FC7-4087-9376-DF4DE2584262}" type="pres">
      <dgm:prSet presAssocID="{8E70BE4C-B9FD-49D1-B8A9-9D6E54A7ADF7}" presName="parentLin" presStyleCnt="0"/>
      <dgm:spPr/>
    </dgm:pt>
    <dgm:pt modelId="{425AA531-F6E5-43D0-BD13-335974E7B313}" type="pres">
      <dgm:prSet presAssocID="{8E70BE4C-B9FD-49D1-B8A9-9D6E54A7ADF7}" presName="parentLeftMargin" presStyleLbl="node1" presStyleIdx="2" presStyleCnt="4"/>
      <dgm:spPr/>
    </dgm:pt>
    <dgm:pt modelId="{145DD6A6-AE81-4536-B4E1-39333503775B}" type="pres">
      <dgm:prSet presAssocID="{8E70BE4C-B9FD-49D1-B8A9-9D6E54A7ADF7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1FBF0F5-776A-4B53-A60F-889565B7DC21}" type="pres">
      <dgm:prSet presAssocID="{8E70BE4C-B9FD-49D1-B8A9-9D6E54A7ADF7}" presName="negativeSpace" presStyleCnt="0"/>
      <dgm:spPr/>
    </dgm:pt>
    <dgm:pt modelId="{379CCEAD-094D-497B-A3AD-5D5A96D2A283}" type="pres">
      <dgm:prSet presAssocID="{8E70BE4C-B9FD-49D1-B8A9-9D6E54A7ADF7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62F6F0C-56FB-419E-8A74-A7DA504D38E9}" type="presOf" srcId="{AB5ED77B-B922-4A79-BA6D-9A473236C541}" destId="{CE9CB66A-5820-410D-848B-31F3B8743845}" srcOrd="0" destOrd="0" presId="urn:microsoft.com/office/officeart/2005/8/layout/list1"/>
    <dgm:cxn modelId="{6A417B15-984F-4B4C-A97A-65A60646EB03}" type="presOf" srcId="{2F2CEC69-05C9-4E48-A0BD-2133202F9F9E}" destId="{FCD2BF8C-2F01-4879-ABAE-A617E8307840}" srcOrd="1" destOrd="0" presId="urn:microsoft.com/office/officeart/2005/8/layout/list1"/>
    <dgm:cxn modelId="{E28AE33A-76CD-42CF-A16D-FF788E4A40E4}" type="presOf" srcId="{AB5ED77B-B922-4A79-BA6D-9A473236C541}" destId="{92A95EDA-4C83-4419-AFE5-2CFE08CDB208}" srcOrd="1" destOrd="0" presId="urn:microsoft.com/office/officeart/2005/8/layout/list1"/>
    <dgm:cxn modelId="{1ED65F3E-9915-4FFF-B5DB-9A87A56CBCFF}" type="presOf" srcId="{8E70BE4C-B9FD-49D1-B8A9-9D6E54A7ADF7}" destId="{425AA531-F6E5-43D0-BD13-335974E7B313}" srcOrd="0" destOrd="0" presId="urn:microsoft.com/office/officeart/2005/8/layout/list1"/>
    <dgm:cxn modelId="{61282D42-BFE6-47C6-907B-D99AB0AC81A1}" type="presOf" srcId="{B8A70D72-2D7F-4757-9381-56C26982318D}" destId="{147102D4-8064-4749-998C-BAEAB9E8E953}" srcOrd="0" destOrd="0" presId="urn:microsoft.com/office/officeart/2005/8/layout/list1"/>
    <dgm:cxn modelId="{41D39842-D9CF-4BA0-B666-D1FA94EA7B49}" type="presOf" srcId="{2F2CEC69-05C9-4E48-A0BD-2133202F9F9E}" destId="{D5D82F6A-ABE5-47CA-BF00-84D991A92AB8}" srcOrd="0" destOrd="0" presId="urn:microsoft.com/office/officeart/2005/8/layout/list1"/>
    <dgm:cxn modelId="{2F7AF248-9358-4ACA-9F81-F4ED068AF295}" srcId="{DE9FCB8C-3B64-4C70-AA13-4A877C64E817}" destId="{8E70BE4C-B9FD-49D1-B8A9-9D6E54A7ADF7}" srcOrd="3" destOrd="0" parTransId="{63EE9566-E401-485F-B914-F9BCA99BDE23}" sibTransId="{4145D411-893F-4DBD-A18F-8531DB3D20A9}"/>
    <dgm:cxn modelId="{0884D151-3B97-443E-8D41-2408B5AACE48}" type="presOf" srcId="{B1D35F65-36FB-4D1A-BA81-0C017BE83326}" destId="{379CCEAD-094D-497B-A3AD-5D5A96D2A283}" srcOrd="0" destOrd="0" presId="urn:microsoft.com/office/officeart/2005/8/layout/list1"/>
    <dgm:cxn modelId="{06F09F63-9944-4CCB-AD2C-3CFB93027BCD}" srcId="{2F2CEC69-05C9-4E48-A0BD-2133202F9F9E}" destId="{BDF4061A-2454-47F8-A1C5-B62B74BA7A4E}" srcOrd="0" destOrd="0" parTransId="{97D940DE-65C1-42B1-932F-F002BE1E95AD}" sibTransId="{43A3D5E4-00E7-4D29-ACCE-3E24C90EF562}"/>
    <dgm:cxn modelId="{A193B97B-64D8-4665-9CB9-93E7562CD70E}" type="presOf" srcId="{8E70BE4C-B9FD-49D1-B8A9-9D6E54A7ADF7}" destId="{145DD6A6-AE81-4536-B4E1-39333503775B}" srcOrd="1" destOrd="0" presId="urn:microsoft.com/office/officeart/2005/8/layout/list1"/>
    <dgm:cxn modelId="{14527F7D-C62E-46CE-A5D2-07547F8ECFFE}" type="presOf" srcId="{BDF4061A-2454-47F8-A1C5-B62B74BA7A4E}" destId="{2A180937-4FE6-4819-9661-EFE0CC42F764}" srcOrd="0" destOrd="0" presId="urn:microsoft.com/office/officeart/2005/8/layout/list1"/>
    <dgm:cxn modelId="{BD134591-2FD7-41EB-97FF-C58F92820A88}" srcId="{8E70BE4C-B9FD-49D1-B8A9-9D6E54A7ADF7}" destId="{B1D35F65-36FB-4D1A-BA81-0C017BE83326}" srcOrd="0" destOrd="0" parTransId="{387B75CB-827F-4589-8CB9-A711E83E0EAA}" sibTransId="{C287F2D2-8C55-4C86-A415-9EB18949967E}"/>
    <dgm:cxn modelId="{F7CA2497-1D36-40EC-A276-017BC8550404}" srcId="{AB5ED77B-B922-4A79-BA6D-9A473236C541}" destId="{7604D830-018B-425B-BC4F-EDEBCB7A2AC1}" srcOrd="0" destOrd="0" parTransId="{140DE06D-45FA-40CA-8E48-892574E2286B}" sibTransId="{F932358B-262E-4457-8E1E-EA82B7BA71ED}"/>
    <dgm:cxn modelId="{2042C39A-C2F2-49F1-884F-E8450FE5A198}" srcId="{DE9FCB8C-3B64-4C70-AA13-4A877C64E817}" destId="{B8A70D72-2D7F-4757-9381-56C26982318D}" srcOrd="2" destOrd="0" parTransId="{8B1341A1-319C-4871-83A0-21181DB7CF1E}" sibTransId="{B149CCDB-EC15-466D-8DC6-3061AB0AA8D1}"/>
    <dgm:cxn modelId="{81D3BD9E-0282-49A2-9B89-2E1177CA950F}" type="presOf" srcId="{B8A70D72-2D7F-4757-9381-56C26982318D}" destId="{8628921C-C26E-4BEC-A886-B496F150B3A0}" srcOrd="1" destOrd="0" presId="urn:microsoft.com/office/officeart/2005/8/layout/list1"/>
    <dgm:cxn modelId="{DDD3ECB4-70A6-49CF-8802-E46C00636A2F}" srcId="{DE9FCB8C-3B64-4C70-AA13-4A877C64E817}" destId="{AB5ED77B-B922-4A79-BA6D-9A473236C541}" srcOrd="0" destOrd="0" parTransId="{F889C79B-E0BB-4F06-9015-C7DC3B1CC55C}" sibTransId="{092806EB-0844-49A0-B836-EF108FA51665}"/>
    <dgm:cxn modelId="{F9A11CB5-EDA8-4537-8C91-3C5713169FB3}" srcId="{B8A70D72-2D7F-4757-9381-56C26982318D}" destId="{E19C6E13-2FDA-46D4-B7C4-EFC379794739}" srcOrd="0" destOrd="0" parTransId="{AC57A987-D27E-4863-BAA8-572D1B0FD653}" sibTransId="{C743BF7C-E1A5-43BE-8569-FAAC9620286A}"/>
    <dgm:cxn modelId="{79180EC9-E67A-4C59-B1D6-05259F1675C6}" type="presOf" srcId="{7604D830-018B-425B-BC4F-EDEBCB7A2AC1}" destId="{6AE30056-0D1F-412E-95FC-D0911F54D19A}" srcOrd="0" destOrd="0" presId="urn:microsoft.com/office/officeart/2005/8/layout/list1"/>
    <dgm:cxn modelId="{4A4342CA-C122-4A1E-ABF7-8B95D37BDA71}" type="presOf" srcId="{DE9FCB8C-3B64-4C70-AA13-4A877C64E817}" destId="{2D080A38-7A2E-4E81-B813-532D408ABC55}" srcOrd="0" destOrd="0" presId="urn:microsoft.com/office/officeart/2005/8/layout/list1"/>
    <dgm:cxn modelId="{BD44D2F6-3419-43FA-92CA-39FC759A543E}" type="presOf" srcId="{E19C6E13-2FDA-46D4-B7C4-EFC379794739}" destId="{3EA7ECA9-609D-4E61-B060-34C7F6F00976}" srcOrd="0" destOrd="0" presId="urn:microsoft.com/office/officeart/2005/8/layout/list1"/>
    <dgm:cxn modelId="{B6DF77FD-1A08-4D4E-A1FB-165465B3533F}" srcId="{DE9FCB8C-3B64-4C70-AA13-4A877C64E817}" destId="{2F2CEC69-05C9-4E48-A0BD-2133202F9F9E}" srcOrd="1" destOrd="0" parTransId="{9EE6D78B-3C80-4236-8FE1-C614E617F73E}" sibTransId="{F51059EF-F297-4CDE-B4EE-EAA82660D33C}"/>
    <dgm:cxn modelId="{9A509207-0307-4876-8226-5E4161A945DF}" type="presParOf" srcId="{2D080A38-7A2E-4E81-B813-532D408ABC55}" destId="{2611F36D-E1CB-4A96-9041-493AFC8FA081}" srcOrd="0" destOrd="0" presId="urn:microsoft.com/office/officeart/2005/8/layout/list1"/>
    <dgm:cxn modelId="{ABEB91B8-5057-414E-BA41-39BC21356571}" type="presParOf" srcId="{2611F36D-E1CB-4A96-9041-493AFC8FA081}" destId="{CE9CB66A-5820-410D-848B-31F3B8743845}" srcOrd="0" destOrd="0" presId="urn:microsoft.com/office/officeart/2005/8/layout/list1"/>
    <dgm:cxn modelId="{940021AC-E64D-4F2A-9611-57FE2A9E0B26}" type="presParOf" srcId="{2611F36D-E1CB-4A96-9041-493AFC8FA081}" destId="{92A95EDA-4C83-4419-AFE5-2CFE08CDB208}" srcOrd="1" destOrd="0" presId="urn:microsoft.com/office/officeart/2005/8/layout/list1"/>
    <dgm:cxn modelId="{293A7A69-40E7-406C-B342-AB0BE8DF5A62}" type="presParOf" srcId="{2D080A38-7A2E-4E81-B813-532D408ABC55}" destId="{FDB34894-18A8-4B93-A22C-DDE85A985132}" srcOrd="1" destOrd="0" presId="urn:microsoft.com/office/officeart/2005/8/layout/list1"/>
    <dgm:cxn modelId="{26B55788-A2F4-4D50-9474-6F6DFE18B7E2}" type="presParOf" srcId="{2D080A38-7A2E-4E81-B813-532D408ABC55}" destId="{6AE30056-0D1F-412E-95FC-D0911F54D19A}" srcOrd="2" destOrd="0" presId="urn:microsoft.com/office/officeart/2005/8/layout/list1"/>
    <dgm:cxn modelId="{AC4E93C9-674E-42C5-9D9B-D517DA40CDED}" type="presParOf" srcId="{2D080A38-7A2E-4E81-B813-532D408ABC55}" destId="{12174045-7260-4F70-BD90-41E726E2508C}" srcOrd="3" destOrd="0" presId="urn:microsoft.com/office/officeart/2005/8/layout/list1"/>
    <dgm:cxn modelId="{DEBF370E-9589-44C9-8003-1893B3DBA07D}" type="presParOf" srcId="{2D080A38-7A2E-4E81-B813-532D408ABC55}" destId="{72B1A8B3-C4B1-4E99-861E-6D87AB7BD091}" srcOrd="4" destOrd="0" presId="urn:microsoft.com/office/officeart/2005/8/layout/list1"/>
    <dgm:cxn modelId="{55D4D3F3-6AD1-4D6C-890A-09B284E42A1F}" type="presParOf" srcId="{72B1A8B3-C4B1-4E99-861E-6D87AB7BD091}" destId="{D5D82F6A-ABE5-47CA-BF00-84D991A92AB8}" srcOrd="0" destOrd="0" presId="urn:microsoft.com/office/officeart/2005/8/layout/list1"/>
    <dgm:cxn modelId="{5E3C83C1-DB4C-45FB-8AF4-1C1B0891FA73}" type="presParOf" srcId="{72B1A8B3-C4B1-4E99-861E-6D87AB7BD091}" destId="{FCD2BF8C-2F01-4879-ABAE-A617E8307840}" srcOrd="1" destOrd="0" presId="urn:microsoft.com/office/officeart/2005/8/layout/list1"/>
    <dgm:cxn modelId="{81A27F57-EFF7-401A-9452-5D3A0C82B6DE}" type="presParOf" srcId="{2D080A38-7A2E-4E81-B813-532D408ABC55}" destId="{44F94747-3439-40EF-BE19-F29DE2820ADF}" srcOrd="5" destOrd="0" presId="urn:microsoft.com/office/officeart/2005/8/layout/list1"/>
    <dgm:cxn modelId="{2B183781-CBAF-4230-884F-164188AA9FD9}" type="presParOf" srcId="{2D080A38-7A2E-4E81-B813-532D408ABC55}" destId="{2A180937-4FE6-4819-9661-EFE0CC42F764}" srcOrd="6" destOrd="0" presId="urn:microsoft.com/office/officeart/2005/8/layout/list1"/>
    <dgm:cxn modelId="{453C8507-5EDB-4157-BBCD-42D8C09B82E7}" type="presParOf" srcId="{2D080A38-7A2E-4E81-B813-532D408ABC55}" destId="{E04974E0-1B85-471F-AA7F-621F462F6EA1}" srcOrd="7" destOrd="0" presId="urn:microsoft.com/office/officeart/2005/8/layout/list1"/>
    <dgm:cxn modelId="{FA3C0427-F996-43C1-A648-7EC45A6079BA}" type="presParOf" srcId="{2D080A38-7A2E-4E81-B813-532D408ABC55}" destId="{6A79F0C4-BD30-4EF9-AFAC-2C8FA22AEA5C}" srcOrd="8" destOrd="0" presId="urn:microsoft.com/office/officeart/2005/8/layout/list1"/>
    <dgm:cxn modelId="{240472E1-E223-4F9B-98F4-B7339D18EF71}" type="presParOf" srcId="{6A79F0C4-BD30-4EF9-AFAC-2C8FA22AEA5C}" destId="{147102D4-8064-4749-998C-BAEAB9E8E953}" srcOrd="0" destOrd="0" presId="urn:microsoft.com/office/officeart/2005/8/layout/list1"/>
    <dgm:cxn modelId="{EE5F4F0B-8D60-48CE-9C65-76D2E3C1EB27}" type="presParOf" srcId="{6A79F0C4-BD30-4EF9-AFAC-2C8FA22AEA5C}" destId="{8628921C-C26E-4BEC-A886-B496F150B3A0}" srcOrd="1" destOrd="0" presId="urn:microsoft.com/office/officeart/2005/8/layout/list1"/>
    <dgm:cxn modelId="{175EE2F9-D40B-4B16-9EAB-E8E8EBB20271}" type="presParOf" srcId="{2D080A38-7A2E-4E81-B813-532D408ABC55}" destId="{DE938927-B0C1-482C-88A4-0A37520BED4E}" srcOrd="9" destOrd="0" presId="urn:microsoft.com/office/officeart/2005/8/layout/list1"/>
    <dgm:cxn modelId="{AED918DB-F164-4B12-9FB6-D52A0E30270E}" type="presParOf" srcId="{2D080A38-7A2E-4E81-B813-532D408ABC55}" destId="{3EA7ECA9-609D-4E61-B060-34C7F6F00976}" srcOrd="10" destOrd="0" presId="urn:microsoft.com/office/officeart/2005/8/layout/list1"/>
    <dgm:cxn modelId="{0757073D-D661-44C5-B1DC-944166AA04DC}" type="presParOf" srcId="{2D080A38-7A2E-4E81-B813-532D408ABC55}" destId="{3FFD93F6-B976-4BCA-AD1F-934A718BF10D}" srcOrd="11" destOrd="0" presId="urn:microsoft.com/office/officeart/2005/8/layout/list1"/>
    <dgm:cxn modelId="{2B96C7BA-D48F-4D33-84E1-CC60C61BDA16}" type="presParOf" srcId="{2D080A38-7A2E-4E81-B813-532D408ABC55}" destId="{E71773FC-3FC7-4087-9376-DF4DE2584262}" srcOrd="12" destOrd="0" presId="urn:microsoft.com/office/officeart/2005/8/layout/list1"/>
    <dgm:cxn modelId="{D4605CD2-8AAA-4E63-919A-C1951D3535F7}" type="presParOf" srcId="{E71773FC-3FC7-4087-9376-DF4DE2584262}" destId="{425AA531-F6E5-43D0-BD13-335974E7B313}" srcOrd="0" destOrd="0" presId="urn:microsoft.com/office/officeart/2005/8/layout/list1"/>
    <dgm:cxn modelId="{91C6701C-0E88-4ACF-A243-41FC63F60275}" type="presParOf" srcId="{E71773FC-3FC7-4087-9376-DF4DE2584262}" destId="{145DD6A6-AE81-4536-B4E1-39333503775B}" srcOrd="1" destOrd="0" presId="urn:microsoft.com/office/officeart/2005/8/layout/list1"/>
    <dgm:cxn modelId="{48B32DDF-BD33-4900-B697-F51EE1E66642}" type="presParOf" srcId="{2D080A38-7A2E-4E81-B813-532D408ABC55}" destId="{41FBF0F5-776A-4B53-A60F-889565B7DC21}" srcOrd="13" destOrd="0" presId="urn:microsoft.com/office/officeart/2005/8/layout/list1"/>
    <dgm:cxn modelId="{3034CB47-A0CC-4CE3-9B8B-263C888D01B9}" type="presParOf" srcId="{2D080A38-7A2E-4E81-B813-532D408ABC55}" destId="{379CCEAD-094D-497B-A3AD-5D5A96D2A283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476790-C5AF-42CE-8ED5-3E90E05EC4D4}">
      <dsp:nvSpPr>
        <dsp:cNvPr id="0" name=""/>
        <dsp:cNvSpPr/>
      </dsp:nvSpPr>
      <dsp:spPr>
        <a:xfrm>
          <a:off x="0" y="529956"/>
          <a:ext cx="3294554" cy="2356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694" tIns="354076" rIns="25569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dirty="0"/>
            <a:t>Traditional response models find likely buyers. Marketing teams need to know whose behavior changes because of a campaign, which treatment to send, and what to say when budgets limit contact volume.</a:t>
          </a:r>
        </a:p>
      </dsp:txBody>
      <dsp:txXfrm>
        <a:off x="0" y="529956"/>
        <a:ext cx="3294554" cy="2356200"/>
      </dsp:txXfrm>
    </dsp:sp>
    <dsp:sp modelId="{DD365B5D-1D6D-4234-BD42-E3E6C85CD1B8}">
      <dsp:nvSpPr>
        <dsp:cNvPr id="0" name=""/>
        <dsp:cNvSpPr/>
      </dsp:nvSpPr>
      <dsp:spPr>
        <a:xfrm>
          <a:off x="164727" y="279036"/>
          <a:ext cx="2306187" cy="5018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168" tIns="0" rIns="8716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Problem</a:t>
          </a:r>
        </a:p>
      </dsp:txBody>
      <dsp:txXfrm>
        <a:off x="189225" y="303534"/>
        <a:ext cx="2257191" cy="452844"/>
      </dsp:txXfrm>
    </dsp:sp>
    <dsp:sp modelId="{59AC864E-92E0-4426-8FE7-5D201950A9B0}">
      <dsp:nvSpPr>
        <dsp:cNvPr id="0" name=""/>
        <dsp:cNvSpPr/>
      </dsp:nvSpPr>
      <dsp:spPr>
        <a:xfrm>
          <a:off x="0" y="3334024"/>
          <a:ext cx="3294554" cy="214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-742504"/>
              <a:satOff val="35539"/>
              <a:lumOff val="-11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5694" tIns="354076" rIns="255694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700" kern="1200" dirty="0"/>
            <a:t>Integrate segmentation, causal uplift modeling, and generative AI into a reliable framework for campaign targeting and personalized communication under limited budgets.</a:t>
          </a:r>
        </a:p>
      </dsp:txBody>
      <dsp:txXfrm>
        <a:off x="0" y="3334024"/>
        <a:ext cx="3294554" cy="2142000"/>
      </dsp:txXfrm>
    </dsp:sp>
    <dsp:sp modelId="{356586AF-B4A7-4CFF-888D-732C6DBA0AA3}">
      <dsp:nvSpPr>
        <dsp:cNvPr id="0" name=""/>
        <dsp:cNvSpPr/>
      </dsp:nvSpPr>
      <dsp:spPr>
        <a:xfrm>
          <a:off x="164727" y="3055234"/>
          <a:ext cx="2306187" cy="501840"/>
        </a:xfrm>
        <a:prstGeom prst="roundRect">
          <a:avLst/>
        </a:prstGeom>
        <a:solidFill>
          <a:schemeClr val="accent2">
            <a:hueOff val="-742504"/>
            <a:satOff val="35539"/>
            <a:lumOff val="-11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168" tIns="0" rIns="87168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Our Solution</a:t>
          </a:r>
        </a:p>
      </dsp:txBody>
      <dsp:txXfrm>
        <a:off x="189225" y="3079732"/>
        <a:ext cx="2257191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E30056-0D1F-412E-95FC-D0911F54D19A}">
      <dsp:nvSpPr>
        <dsp:cNvPr id="0" name=""/>
        <dsp:cNvSpPr/>
      </dsp:nvSpPr>
      <dsp:spPr>
        <a:xfrm>
          <a:off x="0" y="255600"/>
          <a:ext cx="9386123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467" tIns="249936" rIns="72846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0" kern="1200">
              <a:latin typeface="Bitstream Charter"/>
              <a:ea typeface="Bitstream Charter"/>
              <a:cs typeface="Bitstream Charter"/>
            </a:rPr>
            <a:t>What distinct customer profiles emerge from historical behavior and prior channels, and how do their observed campaign responses differ?</a:t>
          </a:r>
          <a:endParaRPr lang="en-US" sz="1200" kern="1200" dirty="0"/>
        </a:p>
      </dsp:txBody>
      <dsp:txXfrm>
        <a:off x="0" y="255600"/>
        <a:ext cx="9386123" cy="680400"/>
      </dsp:txXfrm>
    </dsp:sp>
    <dsp:sp modelId="{92A95EDA-4C83-4419-AFE5-2CFE08CDB208}">
      <dsp:nvSpPr>
        <dsp:cNvPr id="0" name=""/>
        <dsp:cNvSpPr/>
      </dsp:nvSpPr>
      <dsp:spPr>
        <a:xfrm>
          <a:off x="469306" y="78480"/>
          <a:ext cx="6570286" cy="3542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341" tIns="0" rIns="24834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Customer Segmentation</a:t>
          </a:r>
        </a:p>
      </dsp:txBody>
      <dsp:txXfrm>
        <a:off x="486599" y="95773"/>
        <a:ext cx="6535700" cy="319654"/>
      </dsp:txXfrm>
    </dsp:sp>
    <dsp:sp modelId="{2A180937-4FE6-4819-9661-EFE0CC42F764}">
      <dsp:nvSpPr>
        <dsp:cNvPr id="0" name=""/>
        <dsp:cNvSpPr/>
      </dsp:nvSpPr>
      <dsp:spPr>
        <a:xfrm>
          <a:off x="0" y="1177920"/>
          <a:ext cx="9386123" cy="51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-149280"/>
              <a:satOff val="1776"/>
              <a:lumOff val="28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467" tIns="249936" rIns="72846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0" kern="1200">
              <a:latin typeface="Bitstream Charter"/>
              <a:ea typeface="Bitstream Charter"/>
              <a:cs typeface="Bitstream Charter"/>
            </a:rPr>
            <a:t>How effectively does uplift modeling identify customers whose purchase probability changes because of an email campaign?</a:t>
          </a:r>
          <a:endParaRPr lang="en-US" sz="1200" kern="1200" dirty="0"/>
        </a:p>
      </dsp:txBody>
      <dsp:txXfrm>
        <a:off x="0" y="1177920"/>
        <a:ext cx="9386123" cy="510300"/>
      </dsp:txXfrm>
    </dsp:sp>
    <dsp:sp modelId="{FCD2BF8C-2F01-4879-ABAE-A617E8307840}">
      <dsp:nvSpPr>
        <dsp:cNvPr id="0" name=""/>
        <dsp:cNvSpPr/>
      </dsp:nvSpPr>
      <dsp:spPr>
        <a:xfrm>
          <a:off x="469306" y="1000800"/>
          <a:ext cx="6570286" cy="354240"/>
        </a:xfrm>
        <a:prstGeom prst="roundRect">
          <a:avLst/>
        </a:prstGeom>
        <a:solidFill>
          <a:schemeClr val="accent4">
            <a:hueOff val="-149280"/>
            <a:satOff val="1776"/>
            <a:lumOff val="28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341" tIns="0" rIns="24834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Propensity vs Uplift</a:t>
          </a:r>
        </a:p>
      </dsp:txBody>
      <dsp:txXfrm>
        <a:off x="486599" y="1018093"/>
        <a:ext cx="6535700" cy="319654"/>
      </dsp:txXfrm>
    </dsp:sp>
    <dsp:sp modelId="{3EA7ECA9-609D-4E61-B060-34C7F6F00976}">
      <dsp:nvSpPr>
        <dsp:cNvPr id="0" name=""/>
        <dsp:cNvSpPr/>
      </dsp:nvSpPr>
      <dsp:spPr>
        <a:xfrm>
          <a:off x="0" y="1930140"/>
          <a:ext cx="9386123" cy="51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-298561"/>
              <a:satOff val="3553"/>
              <a:lumOff val="5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467" tIns="249936" rIns="72846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0" kern="1200">
              <a:latin typeface="Bitstream Charter"/>
              <a:ea typeface="Bitstream Charter"/>
              <a:cs typeface="Bitstream Charter"/>
            </a:rPr>
            <a:t>How do T-Learner, X-Learner, and ensemble approaches maximize incremental conversions at 5%, 10%, and 20% contact limits?</a:t>
          </a:r>
          <a:endParaRPr lang="en-US" sz="1200" kern="1200" dirty="0"/>
        </a:p>
      </dsp:txBody>
      <dsp:txXfrm>
        <a:off x="0" y="1930140"/>
        <a:ext cx="9386123" cy="510300"/>
      </dsp:txXfrm>
    </dsp:sp>
    <dsp:sp modelId="{8628921C-C26E-4BEC-A886-B496F150B3A0}">
      <dsp:nvSpPr>
        <dsp:cNvPr id="0" name=""/>
        <dsp:cNvSpPr/>
      </dsp:nvSpPr>
      <dsp:spPr>
        <a:xfrm>
          <a:off x="469306" y="1753020"/>
          <a:ext cx="6570286" cy="354240"/>
        </a:xfrm>
        <a:prstGeom prst="roundRect">
          <a:avLst/>
        </a:prstGeom>
        <a:solidFill>
          <a:schemeClr val="accent4">
            <a:hueOff val="-298561"/>
            <a:satOff val="3553"/>
            <a:lumOff val="5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341" tIns="0" rIns="24834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Treatment and Budget Optimization</a:t>
          </a:r>
        </a:p>
      </dsp:txBody>
      <dsp:txXfrm>
        <a:off x="486599" y="1770313"/>
        <a:ext cx="6535700" cy="319654"/>
      </dsp:txXfrm>
    </dsp:sp>
    <dsp:sp modelId="{379CCEAD-094D-497B-A3AD-5D5A96D2A283}">
      <dsp:nvSpPr>
        <dsp:cNvPr id="0" name=""/>
        <dsp:cNvSpPr/>
      </dsp:nvSpPr>
      <dsp:spPr>
        <a:xfrm>
          <a:off x="0" y="2682360"/>
          <a:ext cx="9386123" cy="51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-447841"/>
              <a:satOff val="5329"/>
              <a:lumOff val="867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467" tIns="249936" rIns="72846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0" kern="1200">
              <a:latin typeface="Bitstream Charter"/>
              <a:ea typeface="Bitstream Charter"/>
              <a:cs typeface="Bitstream Charter"/>
            </a:rPr>
            <a:t>How stable are uplift rankings and treatment recommendations across model specifications and training samples?</a:t>
          </a:r>
          <a:endParaRPr lang="en-US" sz="1200" kern="1200"/>
        </a:p>
      </dsp:txBody>
      <dsp:txXfrm>
        <a:off x="0" y="2682360"/>
        <a:ext cx="9386123" cy="510300"/>
      </dsp:txXfrm>
    </dsp:sp>
    <dsp:sp modelId="{145DD6A6-AE81-4536-B4E1-39333503775B}">
      <dsp:nvSpPr>
        <dsp:cNvPr id="0" name=""/>
        <dsp:cNvSpPr/>
      </dsp:nvSpPr>
      <dsp:spPr>
        <a:xfrm>
          <a:off x="469306" y="2505240"/>
          <a:ext cx="6570286" cy="354240"/>
        </a:xfrm>
        <a:prstGeom prst="roundRect">
          <a:avLst/>
        </a:prstGeom>
        <a:solidFill>
          <a:schemeClr val="accent4">
            <a:hueOff val="-447841"/>
            <a:satOff val="5329"/>
            <a:lumOff val="86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341" tIns="0" rIns="24834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Reliability</a:t>
          </a:r>
        </a:p>
      </dsp:txBody>
      <dsp:txXfrm>
        <a:off x="486599" y="2522533"/>
        <a:ext cx="6535700" cy="319654"/>
      </dsp:txXfrm>
    </dsp:sp>
    <dsp:sp modelId="{EB832EEF-2011-4116-9ABB-90D53681E44F}">
      <dsp:nvSpPr>
        <dsp:cNvPr id="0" name=""/>
        <dsp:cNvSpPr/>
      </dsp:nvSpPr>
      <dsp:spPr>
        <a:xfrm>
          <a:off x="0" y="3434580"/>
          <a:ext cx="9386123" cy="5103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-597121"/>
              <a:satOff val="7105"/>
              <a:lumOff val="115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467" tIns="249936" rIns="728467" bIns="85344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200" b="0" i="0" kern="1200">
              <a:latin typeface="Bitstream Charter"/>
              <a:ea typeface="Bitstream Charter"/>
              <a:cs typeface="Bitstream Charter"/>
            </a:rPr>
            <a:t>Can GenAI turn uplift-based profiles and treatments into relevant, grounded, and treatment-aligned multi-step messages?</a:t>
          </a:r>
          <a:endParaRPr lang="en-US" sz="1200" kern="1200" dirty="0"/>
        </a:p>
      </dsp:txBody>
      <dsp:txXfrm>
        <a:off x="0" y="3434580"/>
        <a:ext cx="9386123" cy="510300"/>
      </dsp:txXfrm>
    </dsp:sp>
    <dsp:sp modelId="{8AAA8F92-9152-4C18-BF3F-63AA299D7DE1}">
      <dsp:nvSpPr>
        <dsp:cNvPr id="0" name=""/>
        <dsp:cNvSpPr/>
      </dsp:nvSpPr>
      <dsp:spPr>
        <a:xfrm>
          <a:off x="469306" y="3257460"/>
          <a:ext cx="6570286" cy="354240"/>
        </a:xfrm>
        <a:prstGeom prst="roundRect">
          <a:avLst/>
        </a:prstGeom>
        <a:solidFill>
          <a:schemeClr val="accent4">
            <a:hueOff val="-597121"/>
            <a:satOff val="7105"/>
            <a:lumOff val="115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341" tIns="0" rIns="248341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Generative AI</a:t>
          </a:r>
        </a:p>
      </dsp:txBody>
      <dsp:txXfrm>
        <a:off x="486599" y="3274753"/>
        <a:ext cx="6535700" cy="3196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0CD570-00F1-49A3-880E-8815CF04A692}">
      <dsp:nvSpPr>
        <dsp:cNvPr id="0" name=""/>
        <dsp:cNvSpPr/>
      </dsp:nvSpPr>
      <dsp:spPr>
        <a:xfrm>
          <a:off x="0" y="3"/>
          <a:ext cx="5984240" cy="1095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5970CF-C9AB-4E89-BB9D-1039B3618E95}">
      <dsp:nvSpPr>
        <dsp:cNvPr id="0" name=""/>
        <dsp:cNvSpPr/>
      </dsp:nvSpPr>
      <dsp:spPr>
        <a:xfrm>
          <a:off x="331507" y="248737"/>
          <a:ext cx="602740" cy="60274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1B03EF-5AFE-4304-A754-E623CC442F7B}">
      <dsp:nvSpPr>
        <dsp:cNvPr id="0" name=""/>
        <dsp:cNvSpPr/>
      </dsp:nvSpPr>
      <dsp:spPr>
        <a:xfrm>
          <a:off x="1265754" y="2162"/>
          <a:ext cx="4718485" cy="1095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82" tIns="115982" rIns="115982" bIns="11598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Customer Profiles:</a:t>
          </a:r>
          <a:br>
            <a:rPr lang="en-US" sz="1500" b="1" kern="1200" dirty="0"/>
          </a:br>
          <a:r>
            <a:rPr lang="en-US" sz="1500" kern="1200" dirty="0"/>
            <a:t>Clustering uses only information available before treatment, then outcomes profile each segment.</a:t>
          </a:r>
        </a:p>
      </dsp:txBody>
      <dsp:txXfrm>
        <a:off x="1265754" y="2162"/>
        <a:ext cx="4718485" cy="1095891"/>
      </dsp:txXfrm>
    </dsp:sp>
    <dsp:sp modelId="{CA408D05-608F-47CF-A54B-156BB423611A}">
      <dsp:nvSpPr>
        <dsp:cNvPr id="0" name=""/>
        <dsp:cNvSpPr/>
      </dsp:nvSpPr>
      <dsp:spPr>
        <a:xfrm>
          <a:off x="0" y="1372026"/>
          <a:ext cx="5984240" cy="1095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E870A1-9E95-4902-8397-A3823D7C2C26}">
      <dsp:nvSpPr>
        <dsp:cNvPr id="0" name=""/>
        <dsp:cNvSpPr/>
      </dsp:nvSpPr>
      <dsp:spPr>
        <a:xfrm>
          <a:off x="331507" y="1618601"/>
          <a:ext cx="602740" cy="60274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CDF874-7B1A-4A7E-9E80-D74C0FAFAC26}">
      <dsp:nvSpPr>
        <dsp:cNvPr id="0" name=""/>
        <dsp:cNvSpPr/>
      </dsp:nvSpPr>
      <dsp:spPr>
        <a:xfrm>
          <a:off x="1265754" y="1372026"/>
          <a:ext cx="4718485" cy="1095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82" tIns="115982" rIns="115982" bIns="11598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Calibri Light" panose="020F0302020204030204"/>
            </a:rPr>
            <a:t>Incremental Response:</a:t>
          </a:r>
          <a:br>
            <a:rPr lang="en-US" sz="1500" kern="1200" dirty="0">
              <a:latin typeface="Calibri Light" panose="020F0302020204030204"/>
            </a:rPr>
          </a:br>
          <a:r>
            <a:rPr lang="en-US" sz="1500" kern="1200" dirty="0">
              <a:latin typeface="Calibri Light" panose="020F0302020204030204"/>
            </a:rPr>
            <a:t>Uplift modeling estimates the effect of contact rather than the probability of purchase alone.</a:t>
          </a:r>
        </a:p>
      </dsp:txBody>
      <dsp:txXfrm>
        <a:off x="1265754" y="1372026"/>
        <a:ext cx="4718485" cy="1095891"/>
      </dsp:txXfrm>
    </dsp:sp>
    <dsp:sp modelId="{35FC3B97-2793-4DFE-BC3D-81858808D6E8}">
      <dsp:nvSpPr>
        <dsp:cNvPr id="0" name=""/>
        <dsp:cNvSpPr/>
      </dsp:nvSpPr>
      <dsp:spPr>
        <a:xfrm>
          <a:off x="0" y="2741889"/>
          <a:ext cx="5984240" cy="1095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003991-1CEE-43D5-ACC2-2705D371B764}">
      <dsp:nvSpPr>
        <dsp:cNvPr id="0" name=""/>
        <dsp:cNvSpPr/>
      </dsp:nvSpPr>
      <dsp:spPr>
        <a:xfrm>
          <a:off x="331507" y="2988465"/>
          <a:ext cx="602740" cy="60274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AD7FC6-233B-4F17-B33D-7DAFFC7F85D0}">
      <dsp:nvSpPr>
        <dsp:cNvPr id="0" name=""/>
        <dsp:cNvSpPr/>
      </dsp:nvSpPr>
      <dsp:spPr>
        <a:xfrm>
          <a:off x="1265754" y="2741889"/>
          <a:ext cx="4718485" cy="1095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82" tIns="115982" rIns="115982" bIns="11598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Calibri Light" panose="020F0302020204030204"/>
            </a:rPr>
            <a:t>Causal Meta-Learners:</a:t>
          </a:r>
          <a:br>
            <a:rPr lang="en-US" sz="1500" kern="1200" dirty="0">
              <a:latin typeface="Calibri Light" panose="020F0302020204030204"/>
            </a:rPr>
          </a:br>
          <a:r>
            <a:rPr lang="en-US" sz="1500" kern="1200" dirty="0">
              <a:latin typeface="Calibri Light" panose="020F0302020204030204"/>
            </a:rPr>
            <a:t>T-Learner and X-Learner provide flexible estimates of heterogeneous treatment effects.</a:t>
          </a:r>
        </a:p>
      </dsp:txBody>
      <dsp:txXfrm>
        <a:off x="1265754" y="2741889"/>
        <a:ext cx="4718485" cy="1095891"/>
      </dsp:txXfrm>
    </dsp:sp>
    <dsp:sp modelId="{348901C1-7F0D-48DD-AC6D-E1B4FB734CA5}">
      <dsp:nvSpPr>
        <dsp:cNvPr id="0" name=""/>
        <dsp:cNvSpPr/>
      </dsp:nvSpPr>
      <dsp:spPr>
        <a:xfrm>
          <a:off x="0" y="4111753"/>
          <a:ext cx="5984240" cy="109589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6D9110-A049-4840-BD5A-A41EB9051E96}">
      <dsp:nvSpPr>
        <dsp:cNvPr id="0" name=""/>
        <dsp:cNvSpPr/>
      </dsp:nvSpPr>
      <dsp:spPr>
        <a:xfrm>
          <a:off x="331507" y="4358329"/>
          <a:ext cx="602740" cy="602740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34294C-695E-4AF7-BE7C-6CB89E995C8A}">
      <dsp:nvSpPr>
        <dsp:cNvPr id="0" name=""/>
        <dsp:cNvSpPr/>
      </dsp:nvSpPr>
      <dsp:spPr>
        <a:xfrm>
          <a:off x="1265754" y="4111753"/>
          <a:ext cx="4718485" cy="10958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5982" tIns="115982" rIns="115982" bIns="115982" numCol="1" spcCol="1270" anchor="ctr" anchorCtr="0">
          <a:noAutofit/>
        </a:bodyPr>
        <a:lstStyle/>
        <a:p>
          <a:pPr marL="0" lvl="0" indent="0" algn="l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>
              <a:latin typeface="Calibri Light" panose="020F0302020204030204"/>
            </a:rPr>
            <a:t>Grounded Generation:</a:t>
          </a:r>
          <a:br>
            <a:rPr lang="en-US" sz="1500" kern="1200" dirty="0">
              <a:latin typeface="Calibri Light" panose="020F0302020204030204"/>
            </a:rPr>
          </a:br>
          <a:r>
            <a:rPr lang="en-US" sz="1500" kern="1200" dirty="0">
              <a:latin typeface="Calibri Light" panose="020F0302020204030204"/>
            </a:rPr>
            <a:t>The language model receives a model-based recommendation and generates copy from supplied facts.</a:t>
          </a:r>
        </a:p>
      </dsp:txBody>
      <dsp:txXfrm>
        <a:off x="1265754" y="4111753"/>
        <a:ext cx="4718485" cy="109589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E30056-0D1F-412E-95FC-D0911F54D19A}">
      <dsp:nvSpPr>
        <dsp:cNvPr id="0" name=""/>
        <dsp:cNvSpPr/>
      </dsp:nvSpPr>
      <dsp:spPr>
        <a:xfrm>
          <a:off x="0" y="302490"/>
          <a:ext cx="9386123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467" tIns="291592" rIns="72846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kern="1200">
              <a:latin typeface="Bitstream Charter"/>
            </a:rPr>
            <a:t>Select </a:t>
          </a:r>
          <a:r>
            <a:rPr lang="en-US" sz="1400" b="0" i="0" kern="1200" dirty="0">
              <a:latin typeface="Bitstream Charter"/>
            </a:rPr>
            <a:t>cluster count, fit segments, and profile treatment response after </a:t>
          </a:r>
          <a:r>
            <a:rPr lang="en-US" sz="1400" b="0" i="0" kern="1200">
              <a:latin typeface="Bitstream Charter"/>
            </a:rPr>
            <a:t>clustering.</a:t>
          </a:r>
          <a:endParaRPr lang="en-US" sz="1400" kern="1200" dirty="0"/>
        </a:p>
      </dsp:txBody>
      <dsp:txXfrm>
        <a:off x="0" y="302490"/>
        <a:ext cx="9386123" cy="595350"/>
      </dsp:txXfrm>
    </dsp:sp>
    <dsp:sp modelId="{92A95EDA-4C83-4419-AFE5-2CFE08CDB208}">
      <dsp:nvSpPr>
        <dsp:cNvPr id="0" name=""/>
        <dsp:cNvSpPr/>
      </dsp:nvSpPr>
      <dsp:spPr>
        <a:xfrm>
          <a:off x="469306" y="95850"/>
          <a:ext cx="6570286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341" tIns="0" rIns="24834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Customer Segmentation</a:t>
          </a:r>
        </a:p>
      </dsp:txBody>
      <dsp:txXfrm>
        <a:off x="489481" y="116025"/>
        <a:ext cx="6529936" cy="372930"/>
      </dsp:txXfrm>
    </dsp:sp>
    <dsp:sp modelId="{2A180937-4FE6-4819-9661-EFE0CC42F764}">
      <dsp:nvSpPr>
        <dsp:cNvPr id="0" name=""/>
        <dsp:cNvSpPr/>
      </dsp:nvSpPr>
      <dsp:spPr>
        <a:xfrm>
          <a:off x="0" y="1180080"/>
          <a:ext cx="9386123" cy="5953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-199040"/>
              <a:satOff val="2368"/>
              <a:lumOff val="385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467" tIns="291592" rIns="72846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kern="1200" dirty="0">
              <a:latin typeface="Bitstream Charter"/>
            </a:rPr>
            <a:t>Train the propensity baseline, then T-Learner, X-Learner, and an ensemble for both email treatments.</a:t>
          </a:r>
          <a:endParaRPr lang="en-US" sz="1400" kern="1200" dirty="0"/>
        </a:p>
      </dsp:txBody>
      <dsp:txXfrm>
        <a:off x="0" y="1180080"/>
        <a:ext cx="9386123" cy="595350"/>
      </dsp:txXfrm>
    </dsp:sp>
    <dsp:sp modelId="{FCD2BF8C-2F01-4879-ABAE-A617E8307840}">
      <dsp:nvSpPr>
        <dsp:cNvPr id="0" name=""/>
        <dsp:cNvSpPr/>
      </dsp:nvSpPr>
      <dsp:spPr>
        <a:xfrm>
          <a:off x="469306" y="973440"/>
          <a:ext cx="6570286" cy="413280"/>
        </a:xfrm>
        <a:prstGeom prst="roundRect">
          <a:avLst/>
        </a:prstGeom>
        <a:solidFill>
          <a:schemeClr val="accent4">
            <a:hueOff val="-199040"/>
            <a:satOff val="2368"/>
            <a:lumOff val="385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341" tIns="0" rIns="24834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Propensity vs Uplift</a:t>
          </a:r>
        </a:p>
      </dsp:txBody>
      <dsp:txXfrm>
        <a:off x="489481" y="993615"/>
        <a:ext cx="6529936" cy="372930"/>
      </dsp:txXfrm>
    </dsp:sp>
    <dsp:sp modelId="{3EA7ECA9-609D-4E61-B060-34C7F6F00976}">
      <dsp:nvSpPr>
        <dsp:cNvPr id="0" name=""/>
        <dsp:cNvSpPr/>
      </dsp:nvSpPr>
      <dsp:spPr>
        <a:xfrm>
          <a:off x="0" y="2057670"/>
          <a:ext cx="9386123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-398081"/>
              <a:satOff val="4737"/>
              <a:lumOff val="77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467" tIns="291592" rIns="72846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kern="1200" dirty="0">
              <a:latin typeface="Bitstream Charter"/>
            </a:rPr>
            <a:t>Compare incremental conversions at 5%, 10%, and 20%; repeat splits to measure ranking and recommendation agreement.</a:t>
          </a:r>
          <a:endParaRPr lang="en-US" sz="1400" kern="1200" dirty="0"/>
        </a:p>
      </dsp:txBody>
      <dsp:txXfrm>
        <a:off x="0" y="2057670"/>
        <a:ext cx="9386123" cy="793800"/>
      </dsp:txXfrm>
    </dsp:sp>
    <dsp:sp modelId="{8628921C-C26E-4BEC-A886-B496F150B3A0}">
      <dsp:nvSpPr>
        <dsp:cNvPr id="0" name=""/>
        <dsp:cNvSpPr/>
      </dsp:nvSpPr>
      <dsp:spPr>
        <a:xfrm>
          <a:off x="469306" y="1851030"/>
          <a:ext cx="6570286" cy="413280"/>
        </a:xfrm>
        <a:prstGeom prst="roundRect">
          <a:avLst/>
        </a:prstGeom>
        <a:solidFill>
          <a:schemeClr val="accent4">
            <a:hueOff val="-398081"/>
            <a:satOff val="4737"/>
            <a:lumOff val="771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341" tIns="0" rIns="24834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Budget and reliability evaluation</a:t>
          </a:r>
        </a:p>
      </dsp:txBody>
      <dsp:txXfrm>
        <a:off x="489481" y="1871205"/>
        <a:ext cx="6529936" cy="372930"/>
      </dsp:txXfrm>
    </dsp:sp>
    <dsp:sp modelId="{379CCEAD-094D-497B-A3AD-5D5A96D2A283}">
      <dsp:nvSpPr>
        <dsp:cNvPr id="0" name=""/>
        <dsp:cNvSpPr/>
      </dsp:nvSpPr>
      <dsp:spPr>
        <a:xfrm>
          <a:off x="0" y="3133710"/>
          <a:ext cx="9386123" cy="793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-597121"/>
              <a:satOff val="7105"/>
              <a:lumOff val="1156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8467" tIns="291592" rIns="728467" bIns="99568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400" b="0" i="0" kern="1200" dirty="0">
              <a:latin typeface="Bitstream Charter"/>
            </a:rPr>
            <a:t>Generate multi-step messages from selected customer profiles and score relevance, factual grounding, and treatment alignment.</a:t>
          </a:r>
          <a:endParaRPr lang="en-US" sz="1400" kern="1200" dirty="0"/>
        </a:p>
      </dsp:txBody>
      <dsp:txXfrm>
        <a:off x="0" y="3133710"/>
        <a:ext cx="9386123" cy="793800"/>
      </dsp:txXfrm>
    </dsp:sp>
    <dsp:sp modelId="{145DD6A6-AE81-4536-B4E1-39333503775B}">
      <dsp:nvSpPr>
        <dsp:cNvPr id="0" name=""/>
        <dsp:cNvSpPr/>
      </dsp:nvSpPr>
      <dsp:spPr>
        <a:xfrm>
          <a:off x="469306" y="2927070"/>
          <a:ext cx="6570286" cy="413280"/>
        </a:xfrm>
        <a:prstGeom prst="roundRect">
          <a:avLst/>
        </a:prstGeom>
        <a:solidFill>
          <a:schemeClr val="accent4">
            <a:hueOff val="-597121"/>
            <a:satOff val="7105"/>
            <a:lumOff val="1156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8341" tIns="0" rIns="248341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Generative AI campaign orchestration</a:t>
          </a:r>
        </a:p>
      </dsp:txBody>
      <dsp:txXfrm>
        <a:off x="489481" y="2947245"/>
        <a:ext cx="6529936" cy="3729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proposed system answers three linked business decisions: who to contact, which treatment to use, and what message to generate.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4121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/>
              <a:t>/srajan2627/budget-aware-customer-targeting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0738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BB8170F-0370-4A38-8BF3-83D69476AE62}" type="datetime1">
              <a:rPr lang="en-US" smtClean="0"/>
              <a:t>9/23/26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90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15516-589F-487D-BF51-9635DCEA90D5}" type="datetime1">
              <a:rPr lang="en-US" smtClean="0"/>
              <a:t>9/23/26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2003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BD5D1244-0536-4076-95F8-65E3144966FF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816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F94E15-B448-489B-871D-A40527BFA7B7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9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E994A23-0EFF-404D-A2C5-6B54939039AD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634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311C3-93DB-42DC-917F-4386F19A1E3B}" type="datetime1">
              <a:rPr lang="en-US" smtClean="0"/>
              <a:t>9/23/26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88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948C47DC-C479-4517-B1B0-94DB01BA76E7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848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F92C9D0B-C1A3-434D-9CF9-A666A14DD8A1}" type="datetime1">
              <a:rPr lang="en-US" smtClean="0"/>
              <a:t>9/23/26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95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742A22FE-7CAA-4561-B3B2-F8D8C37BE3D2}" type="datetime1">
              <a:rPr lang="en-US" smtClean="0"/>
              <a:t>9/23/26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695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491FA625-EDE8-4CCD-93F2-36B8EAED6AA1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89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5824A7B9-17B9-4425-9158-739F678A55EB}" type="datetime1">
              <a:rPr lang="en-US" smtClean="0"/>
              <a:t>9/23/26</a:t>
            </a:fld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3278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28E8FF4C-7F6A-4962-9270-F797B8959287}" type="datetime1">
              <a:rPr lang="en-US" smtClean="0"/>
              <a:t>9/23/26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252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064F86E1-145A-4683-AD05-97E7E41B4995}" type="datetime1">
              <a:rPr lang="en-US" smtClean="0"/>
              <a:t>9/23/26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4043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96B14CE5-CB23-4F24-AF40-FFA10F25B799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1519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939A3FF-4925-4C53-B6D9-F2B1807D4179}" type="datetime1">
              <a:rPr lang="en-US" smtClean="0"/>
              <a:t>9/23/26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3792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220747AD-BB60-464B-B16B-6CC7DCEAA31E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22562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340F08F-40FA-4D3B-96CF-F8FAF483E9A7}" type="datetime1">
              <a:rPr lang="en-US" smtClean="0"/>
              <a:t>9/23/26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0591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EB5EDF0F-3515-4895-B663-882304741893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1123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5B29ED0-7871-4976-8402-1756C1FAC1EA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8161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453B8C54-B76A-4DD8-BD0B-11200408342B}" type="datetime1">
              <a:rPr lang="en-US" smtClean="0"/>
              <a:t>9/23/26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5650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448BDD-274C-4BED-8350-833672089118}" type="datetime1">
              <a:rPr lang="en-US" smtClean="0"/>
              <a:t>9/23/26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7412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D527F-9C49-4481-A18C-80BA2EA99E79}" type="datetime1">
              <a:rPr lang="en-US" smtClean="0"/>
              <a:t>9/23/26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70763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039EB-95FD-42A0-BF06-87A9D15142C9}" type="datetime1">
              <a:rPr lang="en-US" smtClean="0"/>
              <a:t>9/23/26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87070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9701D-AA71-4F6F-B74A-236E07E9ABE4}" type="datetime1">
              <a:rPr lang="en-US" smtClean="0"/>
              <a:t>9/23/26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0920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6D589-8B08-4190-9F3B-BA01ED2999CB}" type="datetime1">
              <a:rPr lang="en-US" smtClean="0"/>
              <a:t>9/23/26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8392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A08923-D58E-4822-B554-6A1173FCE25D}" type="datetime1">
              <a:rPr lang="en-US" smtClean="0"/>
              <a:t>9/23/26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03630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F50BF9E0-60DA-4D6D-8F14-825F152220D6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6987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18A4B20A-718A-4149-B5D2-676E857EB828}" type="datetime1">
              <a:rPr lang="en-US" smtClean="0"/>
              <a:t>9/23/26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753D0FD4-819D-4187-8797-C35567B41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52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  <p:sldLayoutId id="2147483676" r:id="rId26"/>
    <p:sldLayoutId id="2147483677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7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087AA-5061-F987-5BCE-1EC89D727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049F4A-56BE-203A-E179-E4D092088FCF}"/>
              </a:ext>
            </a:extLst>
          </p:cNvPr>
          <p:cNvSpPr>
            <a:spLocks noGrp="1"/>
          </p:cNvSpPr>
          <p:nvPr/>
        </p:nvSpPr>
        <p:spPr>
          <a:xfrm>
            <a:off x="320039" y="1033272"/>
            <a:ext cx="5892073" cy="389534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7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8000" b="1" i="0" kern="1200" cap="all" baseline="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Reliable ML-driven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750" b="1" i="0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8000" b="1" i="0" kern="1200" cap="all" baseline="0" dirty="0">
                <a:solidFill>
                  <a:schemeClr val="accent4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marketing targeting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F2DC314-B2CB-BA4D-1B9C-904D891B8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752338"/>
            <a:ext cx="5892071" cy="795528"/>
          </a:xfr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050" b="1" dirty="0">
                <a:latin typeface="Bitstream Charter"/>
              </a:rPr>
              <a:t>By Manav Mendonca and Srajan Jain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71492B12-0637-06E1-5BF1-4F4C26D05EE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7600" b="17600"/>
          <a:stretch/>
        </p:blipFill>
        <p:spPr>
          <a:prstGeom prst="rect">
            <a:avLst/>
          </a:prstGeom>
          <a:blipFill>
            <a:blip r:embed="rId3">
              <a:alphaModFix amt="80000"/>
            </a:blip>
            <a:stretch>
              <a:fillRect/>
            </a:stretch>
          </a:blipFill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54AA7AC-1B75-BEFE-659A-1AB3B2B19718}"/>
              </a:ext>
            </a:extLst>
          </p:cNvPr>
          <p:cNvSpPr>
            <a:spLocks noGrp="1"/>
          </p:cNvSpPr>
          <p:nvPr/>
        </p:nvSpPr>
        <p:spPr>
          <a:xfrm>
            <a:off x="320039" y="383286"/>
            <a:ext cx="59055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1" i="0">
                <a:solidFill>
                  <a:srgbClr val="8EDC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 i="0" dirty="0">
                <a:solidFill>
                  <a:schemeClr val="tx2"/>
                </a:solidFill>
                <a:latin typeface="Bitstream Charter"/>
                <a:ea typeface="Bitstream Charter"/>
                <a:cs typeface="Bitstream Charter"/>
              </a:rPr>
              <a:t>CIS 631 PROJECT PROGRESS REPORT</a:t>
            </a:r>
            <a:r>
              <a:rPr lang="en-US" sz="1050" b="1" i="0" dirty="0">
                <a:solidFill>
                  <a:schemeClr val="tx2"/>
                </a:solidFill>
                <a:latin typeface="Bitstream Charter"/>
                <a:ea typeface="Bitstream Charter"/>
                <a:cs typeface="Bitstream Charter"/>
              </a:rPr>
              <a:t> 1</a:t>
            </a:r>
            <a:endParaRPr sz="1050" b="1" i="0" dirty="0">
              <a:solidFill>
                <a:schemeClr val="tx2"/>
              </a:solidFill>
              <a:latin typeface="Bitstream Charter"/>
              <a:ea typeface="Bitstream Charter"/>
              <a:cs typeface="Bitstream Charter"/>
            </a:endParaRPr>
          </a:p>
        </p:txBody>
      </p:sp>
    </p:spTree>
    <p:extLst>
      <p:ext uri="{BB962C8B-B14F-4D97-AF65-F5344CB8AC3E}">
        <p14:creationId xmlns:p14="http://schemas.microsoft.com/office/powerpoint/2010/main" val="2891449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926E0-ECED-A275-03F8-1F100D2C5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anchor="t">
            <a:norm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Problem statement and project objective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AAA4DB-6BA3-064F-CC7D-7538ACBE73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6" b="3586"/>
          <a:stretch/>
        </p:blipFill>
        <p:spPr>
          <a:xfrm>
            <a:off x="-6627" y="2435966"/>
            <a:ext cx="7283725" cy="4422032"/>
          </a:xfrm>
          <a:prstGeom prst="rect">
            <a:avLst/>
          </a:prstGeom>
          <a:noFill/>
        </p:spPr>
      </p:pic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164C76BE-A58C-7128-B9A5-53BAA4E560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4714943"/>
              </p:ext>
            </p:extLst>
          </p:nvPr>
        </p:nvGraphicFramePr>
        <p:xfrm>
          <a:off x="8148326" y="738393"/>
          <a:ext cx="3294554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006695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963C1-BDA4-16B9-D459-E6BA06415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Research Questions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180DA255-6B89-9907-C99E-F69D1273B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6619720"/>
              </p:ext>
            </p:extLst>
          </p:nvPr>
        </p:nvGraphicFramePr>
        <p:xfrm>
          <a:off x="1402938" y="2064675"/>
          <a:ext cx="938612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84592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87AB-9188-7BC8-21AB-073B879FF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Related work shaping the project</a:t>
            </a:r>
          </a:p>
        </p:txBody>
      </p:sp>
      <p:graphicFrame>
        <p:nvGraphicFramePr>
          <p:cNvPr id="9" name="TextBox 8">
            <a:extLst>
              <a:ext uri="{FF2B5EF4-FFF2-40B4-BE49-F238E27FC236}">
                <a16:creationId xmlns:a16="http://schemas.microsoft.com/office/drawing/2014/main" id="{0F1A9BF1-61B7-718C-55F3-EB5EF7242F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0623481"/>
              </p:ext>
            </p:extLst>
          </p:nvPr>
        </p:nvGraphicFramePr>
        <p:xfrm>
          <a:off x="5580036" y="1249959"/>
          <a:ext cx="5984240" cy="5209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7254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FF97C-B6FB-A084-F151-C90D47F2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4C9E5-9A34-1F55-B2CD-FF11E5D7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Data acquisition and experiment structure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657C32-CC80-4864-B618-180CC6116189}"/>
              </a:ext>
            </a:extLst>
          </p:cNvPr>
          <p:cNvSpPr>
            <a:spLocks noGrp="1"/>
          </p:cNvSpPr>
          <p:nvPr/>
        </p:nvSpPr>
        <p:spPr>
          <a:xfrm>
            <a:off x="569622" y="2089329"/>
            <a:ext cx="20002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 i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i="0" dirty="0">
                <a:solidFill>
                  <a:schemeClr val="accent1"/>
                </a:solidFill>
                <a:latin typeface="Trade Gothic Next Light (Body)"/>
                <a:ea typeface="Bitstream Charter"/>
                <a:cs typeface="Bitstream Charter"/>
              </a:rPr>
              <a:t>64,000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CED020-82CF-743E-5E89-732FFBD808F7}"/>
              </a:ext>
            </a:extLst>
          </p:cNvPr>
          <p:cNvSpPr>
            <a:spLocks noGrp="1"/>
          </p:cNvSpPr>
          <p:nvPr/>
        </p:nvSpPr>
        <p:spPr>
          <a:xfrm>
            <a:off x="569622" y="2613204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36070"/>
                </a:solidFill>
                <a:latin typeface="Trade Gothic Next Light (Body)"/>
                <a:ea typeface="Bitstream Charter"/>
                <a:cs typeface="Bitstream Charter"/>
              </a:rPr>
              <a:t>customers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5B807F-AEA7-CDDD-1E54-925C8E23CEFC}"/>
              </a:ext>
            </a:extLst>
          </p:cNvPr>
          <p:cNvSpPr>
            <a:spLocks noGrp="1"/>
          </p:cNvSpPr>
          <p:nvPr/>
        </p:nvSpPr>
        <p:spPr>
          <a:xfrm>
            <a:off x="3122322" y="2089329"/>
            <a:ext cx="1428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 i="0">
                <a:solidFill>
                  <a:srgbClr val="13B5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i="0" dirty="0">
                <a:solidFill>
                  <a:schemeClr val="accent6"/>
                </a:solidFill>
                <a:latin typeface="Trade Gothic Next Light (Body)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4BED57-1AC1-AE24-ED5F-3009AECC683C}"/>
              </a:ext>
            </a:extLst>
          </p:cNvPr>
          <p:cNvSpPr>
            <a:spLocks noGrp="1"/>
          </p:cNvSpPr>
          <p:nvPr/>
        </p:nvSpPr>
        <p:spPr>
          <a:xfrm>
            <a:off x="3122322" y="2613204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36070"/>
                </a:solidFill>
                <a:latin typeface="Trade Gothic Next Light (Body)"/>
                <a:ea typeface="Bitstream Charter"/>
                <a:cs typeface="Bitstream Charter"/>
              </a:rPr>
              <a:t>total columns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FA4073-B987-C0C3-05F7-8EE9E4CBF8ED}"/>
              </a:ext>
            </a:extLst>
          </p:cNvPr>
          <p:cNvSpPr>
            <a:spLocks noGrp="1"/>
          </p:cNvSpPr>
          <p:nvPr/>
        </p:nvSpPr>
        <p:spPr>
          <a:xfrm>
            <a:off x="569622" y="3098979"/>
            <a:ext cx="1428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 i="0">
                <a:solidFill>
                  <a:srgbClr val="E6A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i="0" dirty="0">
                <a:solidFill>
                  <a:schemeClr val="accent4"/>
                </a:solidFill>
                <a:latin typeface="Trade Gothic Next Light (Body)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78D6D22-8BB2-3A56-8292-2B8A9491BBF6}"/>
              </a:ext>
            </a:extLst>
          </p:cNvPr>
          <p:cNvSpPr>
            <a:spLocks noGrp="1"/>
          </p:cNvSpPr>
          <p:nvPr/>
        </p:nvSpPr>
        <p:spPr>
          <a:xfrm>
            <a:off x="569622" y="3622854"/>
            <a:ext cx="2190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36070"/>
                </a:solidFill>
                <a:latin typeface="Trade Gothic Next Light (Body)"/>
                <a:ea typeface="Bitstream Charter"/>
                <a:cs typeface="Bitstream Charter"/>
              </a:rPr>
              <a:t>randomized groups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A64A3DF-3C42-6808-6F9A-D60E602B3C6A}"/>
              </a:ext>
            </a:extLst>
          </p:cNvPr>
          <p:cNvSpPr>
            <a:spLocks noGrp="1"/>
          </p:cNvSpPr>
          <p:nvPr/>
        </p:nvSpPr>
        <p:spPr>
          <a:xfrm>
            <a:off x="3122322" y="3098979"/>
            <a:ext cx="14287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3300" b="1" i="0">
                <a:solidFill>
                  <a:srgbClr val="E76F5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300" b="1" i="0" dirty="0">
                <a:solidFill>
                  <a:schemeClr val="bg2">
                    <a:lumMod val="50000"/>
                  </a:schemeClr>
                </a:solidFill>
                <a:latin typeface="Trade Gothic Next Light (Body)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715A76A-43D8-4FDF-7FA3-A3A60FF704B4}"/>
              </a:ext>
            </a:extLst>
          </p:cNvPr>
          <p:cNvSpPr>
            <a:spLocks noGrp="1"/>
          </p:cNvSpPr>
          <p:nvPr/>
        </p:nvSpPr>
        <p:spPr>
          <a:xfrm>
            <a:off x="3122322" y="3622854"/>
            <a:ext cx="2381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00" b="0" i="0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 i="0">
                <a:solidFill>
                  <a:srgbClr val="536070"/>
                </a:solidFill>
                <a:latin typeface="Trade Gothic Next Light (Body)"/>
                <a:ea typeface="Bitstream Charter"/>
                <a:cs typeface="Bitstream Charter"/>
              </a:rPr>
              <a:t>post-campaign outcomes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44B398-5B3B-862C-EFE3-5620F2F07F6F}"/>
              </a:ext>
            </a:extLst>
          </p:cNvPr>
          <p:cNvSpPr>
            <a:spLocks noGrp="1"/>
          </p:cNvSpPr>
          <p:nvPr/>
        </p:nvSpPr>
        <p:spPr>
          <a:xfrm>
            <a:off x="569622" y="4118154"/>
            <a:ext cx="4819650" cy="9525"/>
          </a:xfrm>
          <a:prstGeom prst="rect">
            <a:avLst/>
          </a:prstGeom>
          <a:solidFill>
            <a:srgbClr val="CBD2D9"/>
          </a:solidFill>
          <a:ln w="0">
            <a:solidFill>
              <a:srgbClr val="CBD2D9"/>
            </a:solidFill>
          </a:ln>
        </p:spPr>
        <p:txBody>
          <a:bodyPr/>
          <a:lstStyle/>
          <a:p>
            <a:endParaRPr lang="en-US">
              <a:latin typeface="Trade Gothic Next Light (Body)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7F59A3D-4CFF-6122-0970-AB5CCC0FD876}"/>
              </a:ext>
            </a:extLst>
          </p:cNvPr>
          <p:cNvSpPr>
            <a:spLocks noGrp="1"/>
          </p:cNvSpPr>
          <p:nvPr/>
        </p:nvSpPr>
        <p:spPr>
          <a:xfrm>
            <a:off x="569622" y="4356279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11C2C"/>
                </a:solidFill>
                <a:latin typeface="Trade Gothic Next Light (Body)"/>
                <a:ea typeface="Bitstream Charter"/>
                <a:cs typeface="Bitstream Charter"/>
              </a:rPr>
              <a:t>Treatments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0F901A4-D55E-53AA-1824-4257C2FE173D}"/>
              </a:ext>
            </a:extLst>
          </p:cNvPr>
          <p:cNvSpPr>
            <a:spLocks noGrp="1"/>
          </p:cNvSpPr>
          <p:nvPr/>
        </p:nvSpPr>
        <p:spPr>
          <a:xfrm>
            <a:off x="569622" y="4689654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36070"/>
                </a:solidFill>
                <a:latin typeface="Trade Gothic Next Light (Body)"/>
                <a:ea typeface="Bitstream Charter"/>
                <a:cs typeface="Bitstream Charter"/>
              </a:rPr>
              <a:t>Men's Email   Women's Email   No Email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A8A8689-47A7-482E-1FF3-55AEADF01B2E}"/>
              </a:ext>
            </a:extLst>
          </p:cNvPr>
          <p:cNvSpPr>
            <a:spLocks noGrp="1"/>
          </p:cNvSpPr>
          <p:nvPr/>
        </p:nvSpPr>
        <p:spPr>
          <a:xfrm>
            <a:off x="569622" y="5165904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1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 i="0">
                <a:solidFill>
                  <a:srgbClr val="111C2C"/>
                </a:solidFill>
                <a:latin typeface="Trade Gothic Next Light (Body)"/>
                <a:ea typeface="Bitstream Charter"/>
                <a:cs typeface="Bitstream Charter"/>
              </a:rPr>
              <a:t>Outcomes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4FC1215-8E1B-9DB6-0751-320BEBDE5F46}"/>
              </a:ext>
            </a:extLst>
          </p:cNvPr>
          <p:cNvSpPr>
            <a:spLocks noGrp="1"/>
          </p:cNvSpPr>
          <p:nvPr/>
        </p:nvSpPr>
        <p:spPr>
          <a:xfrm>
            <a:off x="569622" y="5499279"/>
            <a:ext cx="476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0" i="0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>
                <a:solidFill>
                  <a:srgbClr val="536070"/>
                </a:solidFill>
                <a:latin typeface="Trade Gothic Next Light (Body)"/>
                <a:ea typeface="Bitstream Charter"/>
                <a:cs typeface="Bitstream Charter"/>
              </a:rPr>
              <a:t>Visit   Conversion   Spend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F39325FD-AD46-D8E4-0CC4-302AB995AF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297"/>
          <a:stretch>
            <a:fillRect/>
          </a:stretch>
        </p:blipFill>
        <p:spPr>
          <a:xfrm>
            <a:off x="5751222" y="2089329"/>
            <a:ext cx="4015810" cy="429765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E276F3D-5516-8F06-239F-1D6EA1043A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7032" y="2984797"/>
            <a:ext cx="2141415" cy="340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9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E80F7-10AA-96BB-931A-234E86BBF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228EC-0917-AFB5-3426-21CF9B28A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Initial Exploration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F32872-C633-43F6-8BD0-381B1C8518AC}"/>
              </a:ext>
            </a:extLst>
          </p:cNvPr>
          <p:cNvSpPr>
            <a:spLocks noGrp="1"/>
          </p:cNvSpPr>
          <p:nvPr/>
        </p:nvSpPr>
        <p:spPr>
          <a:xfrm>
            <a:off x="472364" y="2085975"/>
            <a:ext cx="3238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rPr>
              <a:t>Outcome imbalance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494464D-8B16-491F-0C45-D0C732924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5334" y="2544426"/>
            <a:ext cx="4780359" cy="296929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923816A-C45C-6F62-56C5-B98A899F7FB5}"/>
              </a:ext>
            </a:extLst>
          </p:cNvPr>
          <p:cNvSpPr>
            <a:spLocks noGrp="1"/>
          </p:cNvSpPr>
          <p:nvPr/>
        </p:nvSpPr>
        <p:spPr>
          <a:xfrm>
            <a:off x="6006389" y="2085975"/>
            <a:ext cx="4000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rPr>
              <a:t>Treatment-level response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D8396F9-7569-E63D-104F-A40C6CA29E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22816" y="2525682"/>
            <a:ext cx="5091545" cy="300678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AE1DA33-3F43-3B60-8033-AD8B795C3FEA}"/>
              </a:ext>
            </a:extLst>
          </p:cNvPr>
          <p:cNvSpPr>
            <a:spLocks noGrp="1"/>
          </p:cNvSpPr>
          <p:nvPr/>
        </p:nvSpPr>
        <p:spPr>
          <a:xfrm>
            <a:off x="1277639" y="5905500"/>
            <a:ext cx="952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 i="0">
                <a:solidFill>
                  <a:srgbClr val="E76F5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 i="0">
                <a:solidFill>
                  <a:schemeClr val="accent1"/>
                </a:solidFill>
                <a:latin typeface="Bitstream Charter"/>
                <a:ea typeface="Bitstream Charter"/>
                <a:cs typeface="Bitstream Charter"/>
              </a:rPr>
              <a:t>578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FB09B22-E4DF-584F-76EF-851A454A5FB3}"/>
              </a:ext>
            </a:extLst>
          </p:cNvPr>
          <p:cNvSpPr>
            <a:spLocks noGrp="1"/>
          </p:cNvSpPr>
          <p:nvPr/>
        </p:nvSpPr>
        <p:spPr>
          <a:xfrm>
            <a:off x="1277639" y="6343650"/>
            <a:ext cx="1143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 i="0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Bitstream Charter"/>
                <a:ea typeface="Bitstream Charter"/>
                <a:cs typeface="Bitstream Charter"/>
              </a:rPr>
              <a:t>P</a:t>
            </a:r>
            <a:r>
              <a:rPr sz="105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Bitstream Charter"/>
                <a:ea typeface="Bitstream Charter"/>
                <a:cs typeface="Bitstream Charter"/>
              </a:rPr>
              <a:t>urchases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DF8021-715F-6DD7-8ACF-1C6AFE6490DF}"/>
              </a:ext>
            </a:extLst>
          </p:cNvPr>
          <p:cNvSpPr>
            <a:spLocks noGrp="1"/>
          </p:cNvSpPr>
          <p:nvPr/>
        </p:nvSpPr>
        <p:spPr>
          <a:xfrm>
            <a:off x="2925464" y="5905500"/>
            <a:ext cx="12382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 i="0">
                <a:solidFill>
                  <a:srgbClr val="E76F51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 i="0">
                <a:solidFill>
                  <a:schemeClr val="accent1"/>
                </a:solidFill>
                <a:latin typeface="Bitstream Charter"/>
                <a:ea typeface="Bitstream Charter"/>
                <a:cs typeface="Bitstream Charter"/>
              </a:rPr>
              <a:t>0.90%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4F8916A-494A-11A8-2B63-58C659B4AE7D}"/>
              </a:ext>
            </a:extLst>
          </p:cNvPr>
          <p:cNvSpPr>
            <a:spLocks noGrp="1"/>
          </p:cNvSpPr>
          <p:nvPr/>
        </p:nvSpPr>
        <p:spPr>
          <a:xfrm>
            <a:off x="2925464" y="6343650"/>
            <a:ext cx="15240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050" b="0" i="0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Bitstream Charter"/>
                <a:ea typeface="Bitstream Charter"/>
                <a:cs typeface="Bitstream Charter"/>
              </a:rPr>
              <a:t>O</a:t>
            </a:r>
            <a:r>
              <a:rPr sz="105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Bitstream Charter"/>
                <a:ea typeface="Bitstream Charter"/>
                <a:cs typeface="Bitstream Charter"/>
              </a:rPr>
              <a:t>verall </a:t>
            </a:r>
            <a:r>
              <a:rPr lang="en-US" sz="105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Bitstream Charter"/>
                <a:ea typeface="Bitstream Charter"/>
                <a:cs typeface="Bitstream Charter"/>
              </a:rPr>
              <a:t>C</a:t>
            </a:r>
            <a:r>
              <a:rPr sz="1050" b="0" i="0" dirty="0">
                <a:solidFill>
                  <a:schemeClr val="tx1">
                    <a:lumMod val="75000"/>
                    <a:lumOff val="25000"/>
                  </a:schemeClr>
                </a:solidFill>
                <a:latin typeface="Bitstream Charter"/>
                <a:ea typeface="Bitstream Charter"/>
                <a:cs typeface="Bitstream Charter"/>
              </a:rPr>
              <a:t>onversion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4FE36E-8C8E-9DEC-74E7-CE0D076C72FA}"/>
              </a:ext>
            </a:extLst>
          </p:cNvPr>
          <p:cNvSpPr>
            <a:spLocks noGrp="1"/>
          </p:cNvSpPr>
          <p:nvPr/>
        </p:nvSpPr>
        <p:spPr>
          <a:xfrm>
            <a:off x="5822816" y="5905500"/>
            <a:ext cx="1333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 i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 i="0" dirty="0">
                <a:solidFill>
                  <a:schemeClr val="accent6"/>
                </a:solidFill>
                <a:latin typeface="Bitstream Charter"/>
                <a:ea typeface="Bitstream Charter"/>
                <a:cs typeface="Bitstream Charter"/>
              </a:rPr>
              <a:t>1.25%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C0F7B83-9DD1-C9CB-80B0-EED4B3546274}"/>
              </a:ext>
            </a:extLst>
          </p:cNvPr>
          <p:cNvSpPr>
            <a:spLocks noGrp="1"/>
          </p:cNvSpPr>
          <p:nvPr/>
        </p:nvSpPr>
        <p:spPr>
          <a:xfrm>
            <a:off x="5822816" y="6343650"/>
            <a:ext cx="133350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Bitstream Charter"/>
              </a:rPr>
              <a:t>Men's Email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CFB750-F914-76F4-B7B5-6AFD94529B50}"/>
              </a:ext>
            </a:extLst>
          </p:cNvPr>
          <p:cNvSpPr>
            <a:spLocks noGrp="1"/>
          </p:cNvSpPr>
          <p:nvPr/>
        </p:nvSpPr>
        <p:spPr>
          <a:xfrm>
            <a:off x="8119649" y="5905500"/>
            <a:ext cx="915689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 i="0">
                <a:solidFill>
                  <a:srgbClr val="E6A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 i="0" dirty="0">
                <a:solidFill>
                  <a:schemeClr val="accent6"/>
                </a:solidFill>
                <a:latin typeface="Bitstream Charter"/>
                <a:ea typeface="Bitstream Charter"/>
                <a:cs typeface="Bitstream Charter"/>
              </a:rPr>
              <a:t>0.57%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A58E97-B27B-064B-E5DD-1ABE4BB727BC}"/>
              </a:ext>
            </a:extLst>
          </p:cNvPr>
          <p:cNvSpPr>
            <a:spLocks noGrp="1"/>
          </p:cNvSpPr>
          <p:nvPr/>
        </p:nvSpPr>
        <p:spPr>
          <a:xfrm>
            <a:off x="8119649" y="6343650"/>
            <a:ext cx="915689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Bitstream Charter"/>
              </a:rPr>
              <a:t>No Email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260EB8-905F-BCF2-BAB2-015800462B24}"/>
              </a:ext>
            </a:extLst>
          </p:cNvPr>
          <p:cNvSpPr>
            <a:spLocks noGrp="1"/>
          </p:cNvSpPr>
          <p:nvPr/>
        </p:nvSpPr>
        <p:spPr>
          <a:xfrm>
            <a:off x="9998672" y="5905500"/>
            <a:ext cx="915689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2700" b="1" i="0">
                <a:solidFill>
                  <a:srgbClr val="E6A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 i="0" dirty="0">
                <a:solidFill>
                  <a:schemeClr val="accent6"/>
                </a:solidFill>
                <a:latin typeface="Bitstream Charter"/>
                <a:ea typeface="Bitstream Charter"/>
                <a:cs typeface="Bitstream Charter"/>
              </a:rPr>
              <a:t>0.</a:t>
            </a:r>
            <a:r>
              <a:rPr lang="en-US" sz="2700" b="1" i="0" dirty="0">
                <a:solidFill>
                  <a:schemeClr val="accent6"/>
                </a:solidFill>
                <a:latin typeface="Bitstream Charter"/>
                <a:ea typeface="Bitstream Charter"/>
                <a:cs typeface="Bitstream Charter"/>
              </a:rPr>
              <a:t>88</a:t>
            </a:r>
            <a:r>
              <a:rPr sz="2700" b="1" i="0" dirty="0">
                <a:solidFill>
                  <a:schemeClr val="accent6"/>
                </a:solidFill>
                <a:latin typeface="Bitstream Charter"/>
                <a:ea typeface="Bitstream Charter"/>
                <a:cs typeface="Bitstream Charter"/>
              </a:rPr>
              <a:t>%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0678328-E3EE-7C72-E40C-87B4910B56C0}"/>
              </a:ext>
            </a:extLst>
          </p:cNvPr>
          <p:cNvSpPr>
            <a:spLocks noGrp="1"/>
          </p:cNvSpPr>
          <p:nvPr/>
        </p:nvSpPr>
        <p:spPr>
          <a:xfrm>
            <a:off x="9998672" y="6343650"/>
            <a:ext cx="915689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Bitstream Charter"/>
              </a:rPr>
              <a:t>Women’s</a:t>
            </a:r>
            <a:r>
              <a:rPr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Bitstream Charter"/>
              </a:rPr>
              <a:t> Email</a:t>
            </a:r>
          </a:p>
        </p:txBody>
      </p:sp>
    </p:spTree>
    <p:extLst>
      <p:ext uri="{BB962C8B-B14F-4D97-AF65-F5344CB8AC3E}">
        <p14:creationId xmlns:p14="http://schemas.microsoft.com/office/powerpoint/2010/main" val="2210649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C680-D70C-2122-27E6-332473477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DE2A3-900C-2414-5F6D-669DD1C7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Preprocessing and feature preparation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8E34EF-5444-8F3F-D046-919B819E6875}"/>
              </a:ext>
            </a:extLst>
          </p:cNvPr>
          <p:cNvSpPr>
            <a:spLocks noGrp="1"/>
          </p:cNvSpPr>
          <p:nvPr/>
        </p:nvSpPr>
        <p:spPr>
          <a:xfrm>
            <a:off x="438150" y="20002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i="0" dirty="0">
                <a:solidFill>
                  <a:schemeClr val="accent1"/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Cleaning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B4B478-1056-2835-2DA8-B63C6CCF94F9}"/>
              </a:ext>
            </a:extLst>
          </p:cNvPr>
          <p:cNvSpPr>
            <a:spLocks noGrp="1"/>
          </p:cNvSpPr>
          <p:nvPr/>
        </p:nvSpPr>
        <p:spPr>
          <a:xfrm>
            <a:off x="438150" y="2438401"/>
            <a:ext cx="27813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 dirty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Trimmed string fields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 dirty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Corrected Suburban label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 dirty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Validated binary values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 dirty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Checked 0 missing values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CDDFE0-CE5C-58AD-8F28-2FB27A01300D}"/>
              </a:ext>
            </a:extLst>
          </p:cNvPr>
          <p:cNvSpPr>
            <a:spLocks noGrp="1"/>
          </p:cNvSpPr>
          <p:nvPr/>
        </p:nvSpPr>
        <p:spPr>
          <a:xfrm>
            <a:off x="3590925" y="20002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3B5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i="0" dirty="0">
                <a:solidFill>
                  <a:schemeClr val="accent6"/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Leakage control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604D79-A368-307D-DB42-3C0A3206086D}"/>
              </a:ext>
            </a:extLst>
          </p:cNvPr>
          <p:cNvSpPr>
            <a:spLocks noGrp="1"/>
          </p:cNvSpPr>
          <p:nvPr/>
        </p:nvSpPr>
        <p:spPr>
          <a:xfrm>
            <a:off x="3590925" y="2438400"/>
            <a:ext cx="272415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 dirty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Excluded treatment, visit, conversion, and spend from customer segmentation inputs.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B75D37-7CE4-6899-43ED-3BAA20352F04}"/>
              </a:ext>
            </a:extLst>
          </p:cNvPr>
          <p:cNvSpPr>
            <a:spLocks noGrp="1"/>
          </p:cNvSpPr>
          <p:nvPr/>
        </p:nvSpPr>
        <p:spPr>
          <a:xfrm>
            <a:off x="6781800" y="2000250"/>
            <a:ext cx="2667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E6A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i="0" dirty="0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Feature engineering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F28708-7821-46A4-CA28-87B4CAC3750B}"/>
              </a:ext>
            </a:extLst>
          </p:cNvPr>
          <p:cNvSpPr>
            <a:spLocks noGrp="1"/>
          </p:cNvSpPr>
          <p:nvPr/>
        </p:nvSpPr>
        <p:spPr>
          <a:xfrm>
            <a:off x="6781800" y="2438400"/>
            <a:ext cx="3619500" cy="990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buNone/>
              <a:defRPr sz="1350" b="0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 dirty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Log transformed history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 dirty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Standardized numeric fields</a:t>
            </a:r>
          </a:p>
          <a:p>
            <a:pPr algn="l">
              <a:lnSpc>
                <a:spcPct val="112000"/>
              </a:lnSpc>
              <a:buNone/>
              <a:defRPr sz="1350" b="0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 i="0" dirty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One-hot encoded channel and geography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5B2FC38-45CD-3D96-568F-3009FDBCD472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10629900" cy="9525"/>
          </a:xfrm>
          <a:prstGeom prst="rect">
            <a:avLst/>
          </a:prstGeom>
          <a:solidFill>
            <a:srgbClr val="CBD2D9"/>
          </a:solidFill>
          <a:ln w="0">
            <a:solidFill>
              <a:srgbClr val="CBD2D9"/>
            </a:solidFill>
          </a:ln>
        </p:spPr>
        <p:txBody>
          <a:bodyPr/>
          <a:lstStyle/>
          <a:p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BA249C9E-22DD-E8A1-8A9E-0E6EE504C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47700" y="4316627"/>
            <a:ext cx="5334000" cy="1729946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048EA58F-5101-42EB-C84F-65F14C218DDC}"/>
              </a:ext>
            </a:extLst>
          </p:cNvPr>
          <p:cNvSpPr>
            <a:spLocks noGrp="1"/>
          </p:cNvSpPr>
          <p:nvPr/>
        </p:nvSpPr>
        <p:spPr>
          <a:xfrm>
            <a:off x="6553200" y="4019550"/>
            <a:ext cx="33337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650" b="1" i="0">
                <a:solidFill>
                  <a:srgbClr val="11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 i="0">
                <a:solidFill>
                  <a:srgbClr val="111C2C"/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Prepared modeling objects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6365AA1-74B9-C37F-74FF-1A7086B3F988}"/>
              </a:ext>
            </a:extLst>
          </p:cNvPr>
          <p:cNvSpPr>
            <a:spLocks noGrp="1"/>
          </p:cNvSpPr>
          <p:nvPr/>
        </p:nvSpPr>
        <p:spPr>
          <a:xfrm>
            <a:off x="6553200" y="4514850"/>
            <a:ext cx="1381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1F6F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 dirty="0" err="1">
                <a:solidFill>
                  <a:schemeClr val="accent1"/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X_model</a:t>
            </a:r>
            <a:endParaRPr sz="1350" b="1" i="0" dirty="0">
              <a:solidFill>
                <a:schemeClr val="accent1"/>
              </a:solidFill>
              <a:latin typeface="Candara" panose="020E0502030303020204" pitchFamily="34" charset="0"/>
              <a:ea typeface="Bitstream Charter"/>
              <a:cs typeface="Bitstream Charter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0374B19-79B3-82F3-2FF5-972CE24C4F11}"/>
              </a:ext>
            </a:extLst>
          </p:cNvPr>
          <p:cNvSpPr>
            <a:spLocks noGrp="1"/>
          </p:cNvSpPr>
          <p:nvPr/>
        </p:nvSpPr>
        <p:spPr>
          <a:xfrm>
            <a:off x="8020050" y="4514850"/>
            <a:ext cx="3143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 dirty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64,000 × 7 leakage-safe features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0C17CB7-3FB1-19DC-613D-E42DE61D40BB}"/>
              </a:ext>
            </a:extLst>
          </p:cNvPr>
          <p:cNvSpPr>
            <a:spLocks noGrp="1"/>
          </p:cNvSpPr>
          <p:nvPr/>
        </p:nvSpPr>
        <p:spPr>
          <a:xfrm>
            <a:off x="6553200" y="4991100"/>
            <a:ext cx="1381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13B5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 dirty="0" err="1">
                <a:solidFill>
                  <a:schemeClr val="accent6"/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X_cluster</a:t>
            </a:r>
            <a:endParaRPr sz="1350" b="1" i="0" dirty="0">
              <a:solidFill>
                <a:schemeClr val="accent6"/>
              </a:solidFill>
              <a:latin typeface="Candara" panose="020E0502030303020204" pitchFamily="34" charset="0"/>
              <a:ea typeface="Bitstream Charter"/>
              <a:cs typeface="Bitstream Charter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DEBF0E07-C142-2B03-22C3-005C62004604}"/>
              </a:ext>
            </a:extLst>
          </p:cNvPr>
          <p:cNvSpPr>
            <a:spLocks noGrp="1"/>
          </p:cNvSpPr>
          <p:nvPr/>
        </p:nvSpPr>
        <p:spPr>
          <a:xfrm>
            <a:off x="8020050" y="4991100"/>
            <a:ext cx="3286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64,000 × 11 scaled and encoded features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25AE6BC-BD01-0957-2A21-91C53A3E5FE6}"/>
              </a:ext>
            </a:extLst>
          </p:cNvPr>
          <p:cNvSpPr>
            <a:spLocks noGrp="1"/>
          </p:cNvSpPr>
          <p:nvPr/>
        </p:nvSpPr>
        <p:spPr>
          <a:xfrm>
            <a:off x="6553200" y="5467350"/>
            <a:ext cx="1381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350" b="1" i="0">
                <a:solidFill>
                  <a:srgbClr val="E6A93D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 i="0" dirty="0" err="1">
                <a:solidFill>
                  <a:schemeClr val="accent4">
                    <a:lumMod val="75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X_encoded</a:t>
            </a:r>
            <a:endParaRPr sz="1350" b="1" i="0" dirty="0">
              <a:solidFill>
                <a:schemeClr val="accent4">
                  <a:lumMod val="75000"/>
                </a:schemeClr>
              </a:solidFill>
              <a:latin typeface="Candara" panose="020E0502030303020204" pitchFamily="34" charset="0"/>
              <a:ea typeface="Bitstream Charter"/>
              <a:cs typeface="Bitstream Charter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25C7A93C-E2E7-F83C-8112-CCD57F514960}"/>
              </a:ext>
            </a:extLst>
          </p:cNvPr>
          <p:cNvSpPr>
            <a:spLocks noGrp="1"/>
          </p:cNvSpPr>
          <p:nvPr/>
        </p:nvSpPr>
        <p:spPr>
          <a:xfrm>
            <a:off x="8020050" y="5467350"/>
            <a:ext cx="32861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275" b="0" i="0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 i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64,000 × 11 supervised model features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E1F53321-E482-6CE2-FD64-01059E6E2085}"/>
              </a:ext>
            </a:extLst>
          </p:cNvPr>
          <p:cNvSpPr>
            <a:spLocks noGrp="1"/>
          </p:cNvSpPr>
          <p:nvPr/>
        </p:nvSpPr>
        <p:spPr>
          <a:xfrm>
            <a:off x="6553200" y="5943600"/>
            <a:ext cx="44767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defRPr sz="1125" b="0" i="1">
                <a:solidFill>
                  <a:srgbClr val="53607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 i="1" dirty="0">
                <a:solidFill>
                  <a:schemeClr val="tx2">
                    <a:lumMod val="90000"/>
                    <a:lumOff val="10000"/>
                  </a:schemeClr>
                </a:solidFill>
                <a:latin typeface="Candara" panose="020E0502030303020204" pitchFamily="34" charset="0"/>
                <a:ea typeface="Bitstream Charter"/>
                <a:cs typeface="Bitstream Charter"/>
              </a:rPr>
              <a:t>Duplicate rows retained because the dataset has no unique customer ID.</a:t>
            </a:r>
          </a:p>
        </p:txBody>
      </p:sp>
    </p:spTree>
    <p:extLst>
      <p:ext uri="{BB962C8B-B14F-4D97-AF65-F5344CB8AC3E}">
        <p14:creationId xmlns:p14="http://schemas.microsoft.com/office/powerpoint/2010/main" val="257371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E92C-9757-6DF7-CC2B-187988985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Baseline implementation progress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F14399-3876-8124-605E-1C8BD4C90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944840"/>
              </p:ext>
            </p:extLst>
          </p:nvPr>
        </p:nvGraphicFramePr>
        <p:xfrm>
          <a:off x="1039812" y="2164079"/>
          <a:ext cx="10112376" cy="39500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370792">
                  <a:extLst>
                    <a:ext uri="{9D8B030D-6E8A-4147-A177-3AD203B41FA5}">
                      <a16:colId xmlns:a16="http://schemas.microsoft.com/office/drawing/2014/main" val="3287562815"/>
                    </a:ext>
                  </a:extLst>
                </a:gridCol>
                <a:gridCol w="3370792">
                  <a:extLst>
                    <a:ext uri="{9D8B030D-6E8A-4147-A177-3AD203B41FA5}">
                      <a16:colId xmlns:a16="http://schemas.microsoft.com/office/drawing/2014/main" val="2315454941"/>
                    </a:ext>
                  </a:extLst>
                </a:gridCol>
                <a:gridCol w="3370792">
                  <a:extLst>
                    <a:ext uri="{9D8B030D-6E8A-4147-A177-3AD203B41FA5}">
                      <a16:colId xmlns:a16="http://schemas.microsoft.com/office/drawing/2014/main" val="3840788177"/>
                    </a:ext>
                  </a:extLst>
                </a:gridCol>
              </a:tblGrid>
              <a:tr h="436246">
                <a:tc gridSpan="3"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ndara" panose="020E0502030303020204" pitchFamily="34" charset="0"/>
                        </a:rPr>
                        <a:t>Data and modeling foundation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626574"/>
                  </a:ext>
                </a:extLst>
              </a:tr>
              <a:tr h="70453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00"/>
                          </a:solidFill>
                          <a:latin typeface="Candara" panose="020E0502030303020204" pitchFamily="34" charset="0"/>
                        </a:rPr>
                        <a:t>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ndara" panose="020E0502030303020204" pitchFamily="34" charset="0"/>
                        </a:rPr>
                        <a:t>Data 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Candara" panose="020E0502030303020204" pitchFamily="34" charset="0"/>
                        </a:rPr>
                        <a:t>All three outcomes and randomized treatment loaded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214142"/>
                  </a:ext>
                </a:extLst>
              </a:tr>
              <a:tr h="69564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00"/>
                          </a:solidFill>
                          <a:latin typeface="Candara" panose="020E0502030303020204" pitchFamily="34" charset="0"/>
                        </a:rPr>
                        <a:t>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ndara" panose="020E0502030303020204" pitchFamily="34" charset="0"/>
                        </a:rPr>
                        <a:t>Exploration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Candara" panose="020E0502030303020204" pitchFamily="34" charset="0"/>
                        </a:rPr>
                        <a:t>Class balance, raw response rates, spending, and covariate balance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021099"/>
                  </a:ext>
                </a:extLst>
              </a:tr>
              <a:tr h="70453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006600"/>
                          </a:solidFill>
                          <a:latin typeface="Candara" panose="020E0502030303020204" pitchFamily="34" charset="0"/>
                        </a:rPr>
                        <a:t>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ndara" panose="020E0502030303020204" pitchFamily="34" charset="0"/>
                        </a:rPr>
                        <a:t>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Candara" panose="020E0502030303020204" pitchFamily="34" charset="0"/>
                        </a:rPr>
                        <a:t>Leakage-safe matrices for clustering and supervised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385973"/>
                  </a:ext>
                </a:extLst>
              </a:tr>
              <a:tr h="70453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6600"/>
                          </a:solidFill>
                          <a:latin typeface="Candara" panose="020E0502030303020204" pitchFamily="34" charset="0"/>
                        </a:rPr>
                        <a:t>Next Step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ndara" panose="020E0502030303020204" pitchFamily="34" charset="0"/>
                        </a:rPr>
                        <a:t>Propensity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Candara" panose="020E0502030303020204" pitchFamily="34" charset="0"/>
                        </a:rPr>
                        <a:t>Traditional purchase-probability model has not yet been trained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257632"/>
                  </a:ext>
                </a:extLst>
              </a:tr>
              <a:tr h="70453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chemeClr val="accent6"/>
                          </a:solidFill>
                          <a:latin typeface="Candara" panose="020E0502030303020204" pitchFamily="34" charset="0"/>
                        </a:rPr>
                        <a:t>Planned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andara" panose="020E0502030303020204" pitchFamily="34" charset="0"/>
                        </a:rPr>
                        <a:t>Causal baselines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Candara" panose="020E0502030303020204" pitchFamily="34" charset="0"/>
                        </a:rPr>
                        <a:t>Men's and Women's treatments compared separately with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0671974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08D3E9A5-36CF-AB2C-4D1C-024169FC2E0B}"/>
              </a:ext>
            </a:extLst>
          </p:cNvPr>
          <p:cNvSpPr>
            <a:spLocks noGrp="1"/>
          </p:cNvSpPr>
          <p:nvPr/>
        </p:nvSpPr>
        <p:spPr>
          <a:xfrm>
            <a:off x="1039812" y="6254306"/>
            <a:ext cx="7905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350" b="1" i="0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US" sz="1350" b="1" i="0" dirty="0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Our data is ready for modeling but</a:t>
            </a:r>
            <a:r>
              <a:rPr lang="en-US" sz="1350" b="1" dirty="0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 n</a:t>
            </a:r>
            <a:r>
              <a:rPr sz="1350" b="1" i="0" dirty="0">
                <a:solidFill>
                  <a:srgbClr val="102A43"/>
                </a:solidFill>
                <a:latin typeface="Bitstream Charter"/>
                <a:ea typeface="Bitstream Charter"/>
                <a:cs typeface="Bitstream Charter"/>
              </a:rPr>
              <a:t>o predictive performance claims are being made yet.</a:t>
            </a:r>
          </a:p>
        </p:txBody>
      </p:sp>
    </p:spTree>
    <p:extLst>
      <p:ext uri="{BB962C8B-B14F-4D97-AF65-F5344CB8AC3E}">
        <p14:creationId xmlns:p14="http://schemas.microsoft.com/office/powerpoint/2010/main" val="4046616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759A5-A98F-9B54-1C32-50328E013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BD2E-9169-B9E0-64E5-8A55D0ECA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Current roadblocks and design risks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1FAFF5-5BB1-FCC4-DBCE-93261A739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841322"/>
              </p:ext>
            </p:extLst>
          </p:nvPr>
        </p:nvGraphicFramePr>
        <p:xfrm>
          <a:off x="430211" y="2078354"/>
          <a:ext cx="10285414" cy="327247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142707">
                  <a:extLst>
                    <a:ext uri="{9D8B030D-6E8A-4147-A177-3AD203B41FA5}">
                      <a16:colId xmlns:a16="http://schemas.microsoft.com/office/drawing/2014/main" val="2315454941"/>
                    </a:ext>
                  </a:extLst>
                </a:gridCol>
                <a:gridCol w="5142707">
                  <a:extLst>
                    <a:ext uri="{9D8B030D-6E8A-4147-A177-3AD203B41FA5}">
                      <a16:colId xmlns:a16="http://schemas.microsoft.com/office/drawing/2014/main" val="3840788177"/>
                    </a:ext>
                  </a:extLst>
                </a:gridCol>
              </a:tblGrid>
              <a:tr h="436246">
                <a:tc gridSpan="2"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ndara" panose="020E0502030303020204" pitchFamily="34" charset="0"/>
                        </a:rPr>
                        <a:t>Current Roadblocks and Design Risks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2626574"/>
                  </a:ext>
                </a:extLst>
              </a:tr>
              <a:tr h="70453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ndara" panose="020E0502030303020204" pitchFamily="34" charset="0"/>
                        </a:rPr>
                        <a:t>Rare purchases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Candara" panose="020E0502030303020204" pitchFamily="34" charset="0"/>
                        </a:rPr>
                        <a:t>Only 578 conversions limit signal strength and make accuracy a misleading metric.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214142"/>
                  </a:ext>
                </a:extLst>
              </a:tr>
              <a:tr h="695642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ndara" panose="020E0502030303020204" pitchFamily="34" charset="0"/>
                        </a:rPr>
                        <a:t>Multiple treatments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Candara" panose="020E0502030303020204" pitchFamily="34" charset="0"/>
                        </a:rPr>
                        <a:t>Men's Email and Women's Email need separate effects relative to the same control group.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5021099"/>
                  </a:ext>
                </a:extLst>
              </a:tr>
              <a:tr h="70453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ndara" panose="020E0502030303020204" pitchFamily="34" charset="0"/>
                        </a:rPr>
                        <a:t>Reliable ranking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Candara" panose="020E0502030303020204" pitchFamily="34" charset="0"/>
                        </a:rPr>
                        <a:t>The project must test whether the top 5%, 10%, and 20% remain stable across samples and models.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0385973"/>
                  </a:ext>
                </a:extLst>
              </a:tr>
              <a:tr h="70453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ndara" panose="020E0502030303020204" pitchFamily="34" charset="0"/>
                        </a:rPr>
                        <a:t>Outcome limits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0" dirty="0">
                          <a:latin typeface="Candara" panose="020E0502030303020204" pitchFamily="34" charset="0"/>
                        </a:rPr>
                        <a:t>Hillstrom can validate audience and treatment recommendations, but it cannot prove that newly generated drip messages increase conversion.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257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556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4B5F2-0140-F3CB-3FE9-27656B831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E168-9187-07F7-DBDB-F22E0D6DD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Next steps and deliverables</a:t>
            </a:r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2E0375B3-2E8E-C20C-F9B0-38AFBD0A2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965202"/>
              </p:ext>
            </p:extLst>
          </p:nvPr>
        </p:nvGraphicFramePr>
        <p:xfrm>
          <a:off x="1402938" y="2064675"/>
          <a:ext cx="938612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94391079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2</TotalTime>
  <Words>696</Words>
  <Application>Microsoft Macintosh PowerPoint</Application>
  <DocSecurity>0</DocSecurity>
  <PresentationFormat>Widescreen</PresentationFormat>
  <Paragraphs>110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Bitstream Charter</vt:lpstr>
      <vt:lpstr>Calibri</vt:lpstr>
      <vt:lpstr>Calibri Light</vt:lpstr>
      <vt:lpstr>Candara</vt:lpstr>
      <vt:lpstr>Haettenschweiler</vt:lpstr>
      <vt:lpstr>Trade Gothic Next Light</vt:lpstr>
      <vt:lpstr>Trade Gothic Next Light (Body)</vt:lpstr>
      <vt:lpstr>Editorial</vt:lpstr>
      <vt:lpstr>PowerPoint Presentation</vt:lpstr>
      <vt:lpstr>Problem statement and project objective</vt:lpstr>
      <vt:lpstr>Research Questions</vt:lpstr>
      <vt:lpstr>Related work shaping the project</vt:lpstr>
      <vt:lpstr>Data acquisition and experiment structure</vt:lpstr>
      <vt:lpstr>Initial Exploration</vt:lpstr>
      <vt:lpstr>Preprocessing and feature preparation</vt:lpstr>
      <vt:lpstr>Baseline implementation progress</vt:lpstr>
      <vt:lpstr>Current roadblocks and design risks</vt:lpstr>
      <vt:lpstr>Next steps and deliverables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Jain, Srajan</cp:lastModifiedBy>
  <cp:revision>2</cp:revision>
  <dcterms:created xsi:type="dcterms:W3CDTF">2026-09-20T20:11:20Z</dcterms:created>
  <dcterms:modified xsi:type="dcterms:W3CDTF">2026-09-23T12:54:23Z</dcterms:modified>
</cp:coreProperties>
</file>